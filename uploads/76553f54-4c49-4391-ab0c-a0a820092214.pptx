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7FB05-7FD3-43E2-89FD-0855E99441DD}" v="1" dt="2026-09-17T03:02:23.2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eshav Shanbhag" userId="5d70d882b28f00bd" providerId="LiveId" clId="{549A8632-D558-45A1-9A54-EA79E07FC074}"/>
    <pc:docChg chg="modSld">
      <pc:chgData name="Tushar Keshav Shanbhag" userId="5d70d882b28f00bd" providerId="LiveId" clId="{549A8632-D558-45A1-9A54-EA79E07FC074}" dt="2026-09-17T03:02:23.285" v="0"/>
      <pc:docMkLst>
        <pc:docMk/>
      </pc:docMkLst>
      <pc:sldChg chg="modSp">
        <pc:chgData name="Tushar Keshav Shanbhag" userId="5d70d882b28f00bd" providerId="LiveId" clId="{549A8632-D558-45A1-9A54-EA79E07FC074}" dt="2026-09-17T03:02:23.285" v="0"/>
        <pc:sldMkLst>
          <pc:docMk/>
          <pc:sldMk cId="0" sldId="260"/>
        </pc:sldMkLst>
        <pc:graphicFrameChg chg="mod">
          <ac:chgData name="Tushar Keshav Shanbhag" userId="5d70d882b28f00bd" providerId="LiveId" clId="{549A8632-D558-45A1-9A54-EA79E07FC074}" dt="2026-09-17T03:02:23.285" v="0"/>
          <ac:graphicFrameMkLst>
            <pc:docMk/>
            <pc:sldMk cId="0" sldId="260"/>
            <ac:graphicFrameMk id="22" creationId="{A74B9625-07A4-CFA0-239D-D13BB42DEA9B}"/>
          </ac:graphicFrameMkLst>
        </pc:graphicFrame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priindia.com/insights/policy-update/digital-agriculture-mission-2024-building-indias-digital-farming-infrastructure/" TargetMode="External"/><Relationship Id="rId3" Type="http://schemas.openxmlformats.org/officeDocument/2006/relationships/hyperlink" Target="https://www.google.com/url?sa=E&amp;q=https%3A%2F%2Fcfpp.nic.in%2F" TargetMode="External"/><Relationship Id="rId7" Type="http://schemas.openxmlformats.org/officeDocument/2006/relationships/hyperlink" Target="https://www.google.com/url?sa=E&amp;q=https%3A%2F%2Fwww.impriindia.com%2Finsights%2Fpolicy-update%2Fdigital-agriculture-mission-2024-building-indias-digital-farming-infrastructure%2F" TargetMode="External"/><Relationship Id="rId2" Type="http://schemas.openxmlformats.org/officeDocument/2006/relationships/hyperlink" Target="https://www.myscheme.gov.in/schemes/rfcp" TargetMode="External"/><Relationship Id="rId1" Type="http://schemas.openxmlformats.org/officeDocument/2006/relationships/hyperlink" Target="https://www.google.com/url?sa=E&amp;q=https%3A%2F%2Fwww.myscheme.gov.in%2Fschemes%2Frfcp" TargetMode="External"/><Relationship Id="rId6" Type="http://schemas.openxmlformats.org/officeDocument/2006/relationships/hyperlink" Target="https://esamridhi.in/" TargetMode="External"/><Relationship Id="rId5" Type="http://schemas.openxmlformats.org/officeDocument/2006/relationships/hyperlink" Target="https://www.google.com/url?sa=E&amp;q=https%3A%2F%2Fesamridhi.in%2F" TargetMode="External"/><Relationship Id="rId4" Type="http://schemas.openxmlformats.org/officeDocument/2006/relationships/hyperlink" Target="https://cfpp.nic.in/" TargetMode="External"/><Relationship Id="rId9" Type="http://schemas.openxmlformats.org/officeDocument/2006/relationships/hyperlink" Target="https://www.google.com/url?sa=E&amp;q=https%3A%2F%2Fwww.cmv360.com%2Fnews%2Fwheat-procurement-msp-now-farmers-require-slot-booking" TargetMode="External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priindia.com/insights/policy-update/digital-agriculture-mission-2024-building-indias-digital-farming-infrastructure/" TargetMode="External"/><Relationship Id="rId3" Type="http://schemas.openxmlformats.org/officeDocument/2006/relationships/hyperlink" Target="https://www.google.com/url?sa=E&amp;q=https%3A%2F%2Fcfpp.nic.in%2F" TargetMode="External"/><Relationship Id="rId7" Type="http://schemas.openxmlformats.org/officeDocument/2006/relationships/hyperlink" Target="https://www.google.com/url?sa=E&amp;q=https%3A%2F%2Fwww.impriindia.com%2Finsights%2Fpolicy-update%2Fdigital-agriculture-mission-2024-building-indias-digital-farming-infrastructure%2F" TargetMode="External"/><Relationship Id="rId2" Type="http://schemas.openxmlformats.org/officeDocument/2006/relationships/hyperlink" Target="https://www.myscheme.gov.in/schemes/rfcp" TargetMode="External"/><Relationship Id="rId1" Type="http://schemas.openxmlformats.org/officeDocument/2006/relationships/hyperlink" Target="https://www.google.com/url?sa=E&amp;q=https%3A%2F%2Fwww.myscheme.gov.in%2Fschemes%2Frfcp" TargetMode="External"/><Relationship Id="rId6" Type="http://schemas.openxmlformats.org/officeDocument/2006/relationships/hyperlink" Target="https://esamridhi.in/" TargetMode="External"/><Relationship Id="rId5" Type="http://schemas.openxmlformats.org/officeDocument/2006/relationships/hyperlink" Target="https://www.google.com/url?sa=E&amp;q=https%3A%2F%2Fesamridhi.in%2F" TargetMode="External"/><Relationship Id="rId4" Type="http://schemas.openxmlformats.org/officeDocument/2006/relationships/hyperlink" Target="https://cfpp.nic.in/" TargetMode="External"/><Relationship Id="rId9" Type="http://schemas.openxmlformats.org/officeDocument/2006/relationships/hyperlink" Target="https://www.google.com/url?sa=E&amp;q=https%3A%2F%2Fwww.cmv360.com%2Fnews%2Fwheat-procurement-msp-now-farmers-require-slot-bookin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E3D291-3615-45C1-BC34-6D987D3A10CC}" type="doc">
      <dgm:prSet loTypeId="urn:microsoft.com/office/officeart/2005/8/layout/vList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61D1B3D9-1386-40C9-BE64-D4A889DACE94}">
      <dgm:prSet/>
      <dgm:spPr>
        <a:ln>
          <a:solidFill>
            <a:schemeClr val="tx2">
              <a:lumMod val="40000"/>
              <a:lumOff val="60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IN" dirty="0"/>
            <a:t>Digital Token &amp; Smart Queue – Reduces waiting and overcrowding.</a:t>
          </a:r>
        </a:p>
      </dgm:t>
    </dgm:pt>
    <dgm:pt modelId="{ED7F7B18-6CA6-4CCE-8BCC-4277BCD4CDE2}" type="parTrans" cxnId="{729795AE-49F4-48E0-B1A5-47558BC37453}">
      <dgm:prSet/>
      <dgm:spPr/>
      <dgm:t>
        <a:bodyPr/>
        <a:lstStyle/>
        <a:p>
          <a:endParaRPr lang="en-IN"/>
        </a:p>
      </dgm:t>
    </dgm:pt>
    <dgm:pt modelId="{A76A7973-0B23-4D95-BE99-45F2A5DD16DB}" type="sibTrans" cxnId="{729795AE-49F4-48E0-B1A5-47558BC37453}">
      <dgm:prSet/>
      <dgm:spPr/>
      <dgm:t>
        <a:bodyPr/>
        <a:lstStyle/>
        <a:p>
          <a:endParaRPr lang="en-IN"/>
        </a:p>
      </dgm:t>
    </dgm:pt>
    <dgm:pt modelId="{A346342B-1688-49BC-9782-90CAA601DF93}">
      <dgm:prSet/>
      <dgm:spPr>
        <a:ln>
          <a:solidFill>
            <a:schemeClr val="tx2">
              <a:lumMod val="40000"/>
              <a:lumOff val="60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IN" dirty="0"/>
            <a:t>Real-Time Updates – Centre schedules, capacity &amp; queue status.</a:t>
          </a:r>
        </a:p>
      </dgm:t>
    </dgm:pt>
    <dgm:pt modelId="{204A5014-FC66-4250-AB78-B3AE7C78BF40}" type="parTrans" cxnId="{13470A03-F27E-4E9F-BB26-C6280734E9F7}">
      <dgm:prSet/>
      <dgm:spPr/>
      <dgm:t>
        <a:bodyPr/>
        <a:lstStyle/>
        <a:p>
          <a:endParaRPr lang="en-IN"/>
        </a:p>
      </dgm:t>
    </dgm:pt>
    <dgm:pt modelId="{2A8209D2-95A5-4A7E-A353-BAE947E834C0}" type="sibTrans" cxnId="{13470A03-F27E-4E9F-BB26-C6280734E9F7}">
      <dgm:prSet/>
      <dgm:spPr/>
      <dgm:t>
        <a:bodyPr/>
        <a:lstStyle/>
        <a:p>
          <a:endParaRPr lang="en-IN"/>
        </a:p>
      </dgm:t>
    </dgm:pt>
    <dgm:pt modelId="{75C8365A-4B46-4DED-B78E-C8F77A7E3A89}">
      <dgm:prSet/>
      <dgm:spPr>
        <a:ln>
          <a:solidFill>
            <a:schemeClr val="tx2">
              <a:lumMod val="40000"/>
              <a:lumOff val="60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IN" dirty="0"/>
            <a:t>End-to-End Tracking – Registration to produce acceptance and    payment.</a:t>
          </a:r>
        </a:p>
      </dgm:t>
    </dgm:pt>
    <dgm:pt modelId="{BB436A74-7C72-4042-946D-D2ED2698789C}" type="parTrans" cxnId="{88B412C7-700C-42D2-95B7-7ED2C4CE8914}">
      <dgm:prSet/>
      <dgm:spPr/>
      <dgm:t>
        <a:bodyPr/>
        <a:lstStyle/>
        <a:p>
          <a:endParaRPr lang="en-IN"/>
        </a:p>
      </dgm:t>
    </dgm:pt>
    <dgm:pt modelId="{B4172BD6-62CD-4622-B026-49135212E53F}" type="sibTrans" cxnId="{88B412C7-700C-42D2-95B7-7ED2C4CE8914}">
      <dgm:prSet/>
      <dgm:spPr/>
      <dgm:t>
        <a:bodyPr/>
        <a:lstStyle/>
        <a:p>
          <a:endParaRPr lang="en-IN"/>
        </a:p>
      </dgm:t>
    </dgm:pt>
    <dgm:pt modelId="{53222852-06ED-473C-AEF4-07C64CAE8ABE}">
      <dgm:prSet/>
      <dgm:spPr>
        <a:ln>
          <a:solidFill>
            <a:schemeClr val="tx2">
              <a:lumMod val="40000"/>
              <a:lumOff val="60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IN" dirty="0"/>
            <a:t>Multilingual Voice/SMS Alerts – Accessible to all farmers.</a:t>
          </a:r>
        </a:p>
      </dgm:t>
    </dgm:pt>
    <dgm:pt modelId="{96E767A4-C4CF-4CE9-8079-6B867395566E}" type="parTrans" cxnId="{E5F744DA-6F41-4B95-920A-DA5B0B481F28}">
      <dgm:prSet/>
      <dgm:spPr/>
      <dgm:t>
        <a:bodyPr/>
        <a:lstStyle/>
        <a:p>
          <a:endParaRPr lang="en-IN"/>
        </a:p>
      </dgm:t>
    </dgm:pt>
    <dgm:pt modelId="{22D34240-8666-419F-8243-FFE470E01956}" type="sibTrans" cxnId="{E5F744DA-6F41-4B95-920A-DA5B0B481F28}">
      <dgm:prSet/>
      <dgm:spPr/>
      <dgm:t>
        <a:bodyPr/>
        <a:lstStyle/>
        <a:p>
          <a:endParaRPr lang="en-IN"/>
        </a:p>
      </dgm:t>
    </dgm:pt>
    <dgm:pt modelId="{7E6F2485-8BD3-43FA-B2CB-0C50DCF7F4A3}">
      <dgm:prSet/>
      <dgm:spPr>
        <a:ln>
          <a:solidFill>
            <a:schemeClr val="tx2">
              <a:lumMod val="40000"/>
              <a:lumOff val="60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IN" dirty="0"/>
            <a:t>Official Dashboard – Helps manage capacity and resolve delays.</a:t>
          </a:r>
        </a:p>
      </dgm:t>
    </dgm:pt>
    <dgm:pt modelId="{8D6C9D20-40A4-40C4-A113-C6DA61AC8C78}" type="parTrans" cxnId="{48F44EAA-8906-4656-A40D-92A7597A82D7}">
      <dgm:prSet/>
      <dgm:spPr/>
      <dgm:t>
        <a:bodyPr/>
        <a:lstStyle/>
        <a:p>
          <a:endParaRPr lang="en-IN"/>
        </a:p>
      </dgm:t>
    </dgm:pt>
    <dgm:pt modelId="{9EA82666-D6D5-4263-9270-367D53B02F02}" type="sibTrans" cxnId="{48F44EAA-8906-4656-A40D-92A7597A82D7}">
      <dgm:prSet/>
      <dgm:spPr/>
      <dgm:t>
        <a:bodyPr/>
        <a:lstStyle/>
        <a:p>
          <a:endParaRPr lang="en-IN"/>
        </a:p>
      </dgm:t>
    </dgm:pt>
    <dgm:pt modelId="{332006BB-ED0D-4291-BB50-FA03FE27D679}">
      <dgm:prSet/>
      <dgm:spPr>
        <a:ln>
          <a:solidFill>
            <a:schemeClr val="tx2">
              <a:lumMod val="40000"/>
              <a:lumOff val="60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IN" dirty="0"/>
            <a:t>Transparent System – Farmers can track every stage independently.</a:t>
          </a:r>
        </a:p>
      </dgm:t>
    </dgm:pt>
    <dgm:pt modelId="{11B60FAD-69D7-45A2-8C19-7F72D2098FD9}" type="parTrans" cxnId="{610B0222-D5CA-4EA2-B637-DA329BF11DF0}">
      <dgm:prSet/>
      <dgm:spPr/>
      <dgm:t>
        <a:bodyPr/>
        <a:lstStyle/>
        <a:p>
          <a:endParaRPr lang="en-IN"/>
        </a:p>
      </dgm:t>
    </dgm:pt>
    <dgm:pt modelId="{E384DF15-0FF1-4CBC-8FFD-1180FB2BA3D6}" type="sibTrans" cxnId="{610B0222-D5CA-4EA2-B637-DA329BF11DF0}">
      <dgm:prSet/>
      <dgm:spPr/>
      <dgm:t>
        <a:bodyPr/>
        <a:lstStyle/>
        <a:p>
          <a:endParaRPr lang="en-IN"/>
        </a:p>
      </dgm:t>
    </dgm:pt>
    <dgm:pt modelId="{82D714C3-2CF4-41BE-B6F2-8EA15D95327E}" type="pres">
      <dgm:prSet presAssocID="{78E3D291-3615-45C1-BC34-6D987D3A10CC}" presName="linear" presStyleCnt="0">
        <dgm:presLayoutVars>
          <dgm:animLvl val="lvl"/>
          <dgm:resizeHandles val="exact"/>
        </dgm:presLayoutVars>
      </dgm:prSet>
      <dgm:spPr/>
    </dgm:pt>
    <dgm:pt modelId="{4568B6B8-2769-43E8-893C-E811B4F53798}" type="pres">
      <dgm:prSet presAssocID="{61D1B3D9-1386-40C9-BE64-D4A889DACE94}" presName="parentText" presStyleLbl="node1" presStyleIdx="0" presStyleCnt="6" custLinFactY="-39835" custLinFactNeighborY="-100000">
        <dgm:presLayoutVars>
          <dgm:chMax val="0"/>
          <dgm:bulletEnabled val="1"/>
        </dgm:presLayoutVars>
      </dgm:prSet>
      <dgm:spPr/>
    </dgm:pt>
    <dgm:pt modelId="{DBFDE2B4-501F-46F2-8559-AB4800296D78}" type="pres">
      <dgm:prSet presAssocID="{A76A7973-0B23-4D95-BE99-45F2A5DD16DB}" presName="spacer" presStyleCnt="0"/>
      <dgm:spPr/>
    </dgm:pt>
    <dgm:pt modelId="{EA98325B-EDCA-4168-854A-8166602525AE}" type="pres">
      <dgm:prSet presAssocID="{A346342B-1688-49BC-9782-90CAA601DF93}" presName="parentText" presStyleLbl="node1" presStyleIdx="1" presStyleCnt="6" custLinFactY="-19150" custLinFactNeighborY="-100000">
        <dgm:presLayoutVars>
          <dgm:chMax val="0"/>
          <dgm:bulletEnabled val="1"/>
        </dgm:presLayoutVars>
      </dgm:prSet>
      <dgm:spPr/>
    </dgm:pt>
    <dgm:pt modelId="{8E1C0FBF-2912-4D81-B551-F09FA2A09FD8}" type="pres">
      <dgm:prSet presAssocID="{2A8209D2-95A5-4A7E-A353-BAE947E834C0}" presName="spacer" presStyleCnt="0"/>
      <dgm:spPr/>
    </dgm:pt>
    <dgm:pt modelId="{A8DBFB0B-D010-4F7D-A3EF-EE286298AE01}" type="pres">
      <dgm:prSet presAssocID="{75C8365A-4B46-4DED-B78E-C8F77A7E3A89}" presName="parentText" presStyleLbl="node1" presStyleIdx="2" presStyleCnt="6" custLinFactNeighborY="4313">
        <dgm:presLayoutVars>
          <dgm:chMax val="0"/>
          <dgm:bulletEnabled val="1"/>
        </dgm:presLayoutVars>
      </dgm:prSet>
      <dgm:spPr/>
    </dgm:pt>
    <dgm:pt modelId="{F4862B4F-8C01-46CD-BBE9-690319DF306E}" type="pres">
      <dgm:prSet presAssocID="{B4172BD6-62CD-4622-B026-49135212E53F}" presName="spacer" presStyleCnt="0"/>
      <dgm:spPr/>
    </dgm:pt>
    <dgm:pt modelId="{151E117A-786A-4A04-8687-C1AF0217BB13}" type="pres">
      <dgm:prSet presAssocID="{53222852-06ED-473C-AEF4-07C64CAE8ABE}" presName="parentText" presStyleLbl="node1" presStyleIdx="3" presStyleCnt="6" custLinFactY="15496" custLinFactNeighborY="100000">
        <dgm:presLayoutVars>
          <dgm:chMax val="0"/>
          <dgm:bulletEnabled val="1"/>
        </dgm:presLayoutVars>
      </dgm:prSet>
      <dgm:spPr/>
    </dgm:pt>
    <dgm:pt modelId="{45C70067-005C-4244-991A-9FDE8B30064D}" type="pres">
      <dgm:prSet presAssocID="{22D34240-8666-419F-8243-FFE470E01956}" presName="spacer" presStyleCnt="0"/>
      <dgm:spPr/>
    </dgm:pt>
    <dgm:pt modelId="{54BC1C9D-1F0F-4067-B0A5-560F46EF6F0B}" type="pres">
      <dgm:prSet presAssocID="{7E6F2485-8BD3-43FA-B2CB-0C50DCF7F4A3}" presName="parentText" presStyleLbl="node1" presStyleIdx="4" presStyleCnt="6" custLinFactY="35506" custLinFactNeighborY="100000">
        <dgm:presLayoutVars>
          <dgm:chMax val="0"/>
          <dgm:bulletEnabled val="1"/>
        </dgm:presLayoutVars>
      </dgm:prSet>
      <dgm:spPr/>
    </dgm:pt>
    <dgm:pt modelId="{38B1206D-1F85-44B9-AF65-7A8C6894E7FD}" type="pres">
      <dgm:prSet presAssocID="{9EA82666-D6D5-4263-9270-367D53B02F02}" presName="spacer" presStyleCnt="0"/>
      <dgm:spPr/>
    </dgm:pt>
    <dgm:pt modelId="{CCE3E892-2351-4B2B-9A84-6CC4FBD74141}" type="pres">
      <dgm:prSet presAssocID="{332006BB-ED0D-4291-BB50-FA03FE27D679}" presName="parentText" presStyleLbl="node1" presStyleIdx="5" presStyleCnt="6" custLinFactY="51830" custLinFactNeighborX="22" custLinFactNeighborY="100000">
        <dgm:presLayoutVars>
          <dgm:chMax val="0"/>
          <dgm:bulletEnabled val="1"/>
        </dgm:presLayoutVars>
      </dgm:prSet>
      <dgm:spPr/>
    </dgm:pt>
  </dgm:ptLst>
  <dgm:cxnLst>
    <dgm:cxn modelId="{13470A03-F27E-4E9F-BB26-C6280734E9F7}" srcId="{78E3D291-3615-45C1-BC34-6D987D3A10CC}" destId="{A346342B-1688-49BC-9782-90CAA601DF93}" srcOrd="1" destOrd="0" parTransId="{204A5014-FC66-4250-AB78-B3AE7C78BF40}" sibTransId="{2A8209D2-95A5-4A7E-A353-BAE947E834C0}"/>
    <dgm:cxn modelId="{610B0222-D5CA-4EA2-B637-DA329BF11DF0}" srcId="{78E3D291-3615-45C1-BC34-6D987D3A10CC}" destId="{332006BB-ED0D-4291-BB50-FA03FE27D679}" srcOrd="5" destOrd="0" parTransId="{11B60FAD-69D7-45A2-8C19-7F72D2098FD9}" sibTransId="{E384DF15-0FF1-4CBC-8FFD-1180FB2BA3D6}"/>
    <dgm:cxn modelId="{11B28973-755F-4583-B041-F74B392B18DB}" type="presOf" srcId="{332006BB-ED0D-4291-BB50-FA03FE27D679}" destId="{CCE3E892-2351-4B2B-9A84-6CC4FBD74141}" srcOrd="0" destOrd="0" presId="urn:microsoft.com/office/officeart/2005/8/layout/vList2"/>
    <dgm:cxn modelId="{B454EC58-B565-4411-9B22-3E2CAEE35EEB}" type="presOf" srcId="{A346342B-1688-49BC-9782-90CAA601DF93}" destId="{EA98325B-EDCA-4168-854A-8166602525AE}" srcOrd="0" destOrd="0" presId="urn:microsoft.com/office/officeart/2005/8/layout/vList2"/>
    <dgm:cxn modelId="{324F767E-BE2C-4254-8983-EBD77B549300}" type="presOf" srcId="{78E3D291-3615-45C1-BC34-6D987D3A10CC}" destId="{82D714C3-2CF4-41BE-B6F2-8EA15D95327E}" srcOrd="0" destOrd="0" presId="urn:microsoft.com/office/officeart/2005/8/layout/vList2"/>
    <dgm:cxn modelId="{8486A77F-6DEC-4A32-ACC4-7B3A89D52DEB}" type="presOf" srcId="{53222852-06ED-473C-AEF4-07C64CAE8ABE}" destId="{151E117A-786A-4A04-8687-C1AF0217BB13}" srcOrd="0" destOrd="0" presId="urn:microsoft.com/office/officeart/2005/8/layout/vList2"/>
    <dgm:cxn modelId="{2AEB1587-79DF-4097-9D2D-BA2E6807DA13}" type="presOf" srcId="{75C8365A-4B46-4DED-B78E-C8F77A7E3A89}" destId="{A8DBFB0B-D010-4F7D-A3EF-EE286298AE01}" srcOrd="0" destOrd="0" presId="urn:microsoft.com/office/officeart/2005/8/layout/vList2"/>
    <dgm:cxn modelId="{48F44EAA-8906-4656-A40D-92A7597A82D7}" srcId="{78E3D291-3615-45C1-BC34-6D987D3A10CC}" destId="{7E6F2485-8BD3-43FA-B2CB-0C50DCF7F4A3}" srcOrd="4" destOrd="0" parTransId="{8D6C9D20-40A4-40C4-A113-C6DA61AC8C78}" sibTransId="{9EA82666-D6D5-4263-9270-367D53B02F02}"/>
    <dgm:cxn modelId="{729795AE-49F4-48E0-B1A5-47558BC37453}" srcId="{78E3D291-3615-45C1-BC34-6D987D3A10CC}" destId="{61D1B3D9-1386-40C9-BE64-D4A889DACE94}" srcOrd="0" destOrd="0" parTransId="{ED7F7B18-6CA6-4CCE-8BCC-4277BCD4CDE2}" sibTransId="{A76A7973-0B23-4D95-BE99-45F2A5DD16DB}"/>
    <dgm:cxn modelId="{E24EF1BA-FCE9-4732-8270-1BA39A778AFA}" type="presOf" srcId="{61D1B3D9-1386-40C9-BE64-D4A889DACE94}" destId="{4568B6B8-2769-43E8-893C-E811B4F53798}" srcOrd="0" destOrd="0" presId="urn:microsoft.com/office/officeart/2005/8/layout/vList2"/>
    <dgm:cxn modelId="{88B412C7-700C-42D2-95B7-7ED2C4CE8914}" srcId="{78E3D291-3615-45C1-BC34-6D987D3A10CC}" destId="{75C8365A-4B46-4DED-B78E-C8F77A7E3A89}" srcOrd="2" destOrd="0" parTransId="{BB436A74-7C72-4042-946D-D2ED2698789C}" sibTransId="{B4172BD6-62CD-4622-B026-49135212E53F}"/>
    <dgm:cxn modelId="{E5F744DA-6F41-4B95-920A-DA5B0B481F28}" srcId="{78E3D291-3615-45C1-BC34-6D987D3A10CC}" destId="{53222852-06ED-473C-AEF4-07C64CAE8ABE}" srcOrd="3" destOrd="0" parTransId="{96E767A4-C4CF-4CE9-8079-6B867395566E}" sibTransId="{22D34240-8666-419F-8243-FFE470E01956}"/>
    <dgm:cxn modelId="{4AF42BE5-31F0-4E78-BE75-0176B18DC346}" type="presOf" srcId="{7E6F2485-8BD3-43FA-B2CB-0C50DCF7F4A3}" destId="{54BC1C9D-1F0F-4067-B0A5-560F46EF6F0B}" srcOrd="0" destOrd="0" presId="urn:microsoft.com/office/officeart/2005/8/layout/vList2"/>
    <dgm:cxn modelId="{B3D59097-4F96-4B33-BA58-CFB2FE0788BA}" type="presParOf" srcId="{82D714C3-2CF4-41BE-B6F2-8EA15D95327E}" destId="{4568B6B8-2769-43E8-893C-E811B4F53798}" srcOrd="0" destOrd="0" presId="urn:microsoft.com/office/officeart/2005/8/layout/vList2"/>
    <dgm:cxn modelId="{1DF6884C-CE42-4104-8188-635207302ED7}" type="presParOf" srcId="{82D714C3-2CF4-41BE-B6F2-8EA15D95327E}" destId="{DBFDE2B4-501F-46F2-8559-AB4800296D78}" srcOrd="1" destOrd="0" presId="urn:microsoft.com/office/officeart/2005/8/layout/vList2"/>
    <dgm:cxn modelId="{C0AFC27C-01AC-4A21-8686-33B7FBA24B9D}" type="presParOf" srcId="{82D714C3-2CF4-41BE-B6F2-8EA15D95327E}" destId="{EA98325B-EDCA-4168-854A-8166602525AE}" srcOrd="2" destOrd="0" presId="urn:microsoft.com/office/officeart/2005/8/layout/vList2"/>
    <dgm:cxn modelId="{BFD0B849-C525-4738-B00C-7EB810FCC776}" type="presParOf" srcId="{82D714C3-2CF4-41BE-B6F2-8EA15D95327E}" destId="{8E1C0FBF-2912-4D81-B551-F09FA2A09FD8}" srcOrd="3" destOrd="0" presId="urn:microsoft.com/office/officeart/2005/8/layout/vList2"/>
    <dgm:cxn modelId="{F28C0742-0184-43FE-8625-3DFEAA5EDE8D}" type="presParOf" srcId="{82D714C3-2CF4-41BE-B6F2-8EA15D95327E}" destId="{A8DBFB0B-D010-4F7D-A3EF-EE286298AE01}" srcOrd="4" destOrd="0" presId="urn:microsoft.com/office/officeart/2005/8/layout/vList2"/>
    <dgm:cxn modelId="{6062A023-AA11-447E-999C-D375412282FF}" type="presParOf" srcId="{82D714C3-2CF4-41BE-B6F2-8EA15D95327E}" destId="{F4862B4F-8C01-46CD-BBE9-690319DF306E}" srcOrd="5" destOrd="0" presId="urn:microsoft.com/office/officeart/2005/8/layout/vList2"/>
    <dgm:cxn modelId="{11597F6E-011A-4D96-9190-AA097D21A8BE}" type="presParOf" srcId="{82D714C3-2CF4-41BE-B6F2-8EA15D95327E}" destId="{151E117A-786A-4A04-8687-C1AF0217BB13}" srcOrd="6" destOrd="0" presId="urn:microsoft.com/office/officeart/2005/8/layout/vList2"/>
    <dgm:cxn modelId="{A7B799A3-4A7A-49A4-9B41-71AB4C67BD94}" type="presParOf" srcId="{82D714C3-2CF4-41BE-B6F2-8EA15D95327E}" destId="{45C70067-005C-4244-991A-9FDE8B30064D}" srcOrd="7" destOrd="0" presId="urn:microsoft.com/office/officeart/2005/8/layout/vList2"/>
    <dgm:cxn modelId="{65995D05-D7F1-49AE-9084-90484F9C8548}" type="presParOf" srcId="{82D714C3-2CF4-41BE-B6F2-8EA15D95327E}" destId="{54BC1C9D-1F0F-4067-B0A5-560F46EF6F0B}" srcOrd="8" destOrd="0" presId="urn:microsoft.com/office/officeart/2005/8/layout/vList2"/>
    <dgm:cxn modelId="{7174874F-C55E-47B8-8850-23A89DB25A4C}" type="presParOf" srcId="{82D714C3-2CF4-41BE-B6F2-8EA15D95327E}" destId="{38B1206D-1F85-44B9-AF65-7A8C6894E7FD}" srcOrd="9" destOrd="0" presId="urn:microsoft.com/office/officeart/2005/8/layout/vList2"/>
    <dgm:cxn modelId="{93660542-9740-4FB5-B0D0-11E26960F607}" type="presParOf" srcId="{82D714C3-2CF4-41BE-B6F2-8EA15D95327E}" destId="{CCE3E892-2351-4B2B-9A84-6CC4FBD7414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66E376-9DA5-4672-B113-0ECC05625728}" type="doc">
      <dgm:prSet loTypeId="urn:microsoft.com/office/officeart/2005/8/layout/vList2" loCatId="list" qsTypeId="urn:microsoft.com/office/officeart/2005/8/quickstyle/simple3#1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05E617D8-E9E4-45DD-8A6D-A447BBF17089}">
      <dgm:prSet custT="1"/>
      <dgm:spPr/>
      <dgm:t>
        <a:bodyPr/>
        <a:lstStyle/>
        <a:p>
          <a:r>
            <a:rPr lang="en-US" sz="1800" dirty="0"/>
            <a:t>“A  multilingual  digital  platform  that  simplifies  government  crop procurement by enabling farmers to book tokens, check schedules, track procurement and payments, and receive real-time updates reducing waiting time, travel, and uncertainty.”</a:t>
          </a:r>
          <a:endParaRPr lang="en-IN" sz="1800" dirty="0"/>
        </a:p>
      </dgm:t>
    </dgm:pt>
    <dgm:pt modelId="{80B1EEC3-7B8C-4D39-9DE5-4D4907CAFEC1}" type="parTrans" cxnId="{2EDBFFF4-2A18-4949-9B90-517DA0CCD915}">
      <dgm:prSet/>
      <dgm:spPr/>
      <dgm:t>
        <a:bodyPr/>
        <a:lstStyle/>
        <a:p>
          <a:endParaRPr lang="en-IN"/>
        </a:p>
      </dgm:t>
    </dgm:pt>
    <dgm:pt modelId="{4300EB56-F29B-46B0-AB27-01B076FB2675}" type="sibTrans" cxnId="{2EDBFFF4-2A18-4949-9B90-517DA0CCD915}">
      <dgm:prSet/>
      <dgm:spPr/>
      <dgm:t>
        <a:bodyPr/>
        <a:lstStyle/>
        <a:p>
          <a:endParaRPr lang="en-IN"/>
        </a:p>
      </dgm:t>
    </dgm:pt>
    <dgm:pt modelId="{BFE97A0F-D4E6-4154-822C-720079BA3B24}" type="pres">
      <dgm:prSet presAssocID="{E866E376-9DA5-4672-B113-0ECC05625728}" presName="linear" presStyleCnt="0">
        <dgm:presLayoutVars>
          <dgm:animLvl val="lvl"/>
          <dgm:resizeHandles val="exact"/>
        </dgm:presLayoutVars>
      </dgm:prSet>
      <dgm:spPr/>
    </dgm:pt>
    <dgm:pt modelId="{CAC6B53A-E213-478F-9E19-D13A1894097E}" type="pres">
      <dgm:prSet presAssocID="{05E617D8-E9E4-45DD-8A6D-A447BBF17089}" presName="parentText" presStyleLbl="node1" presStyleIdx="0" presStyleCnt="1" custScaleY="551536" custLinFactNeighborX="85" custLinFactNeighborY="-23392">
        <dgm:presLayoutVars>
          <dgm:chMax val="0"/>
          <dgm:bulletEnabled val="1"/>
        </dgm:presLayoutVars>
      </dgm:prSet>
      <dgm:spPr/>
    </dgm:pt>
  </dgm:ptLst>
  <dgm:cxnLst>
    <dgm:cxn modelId="{E2E96F38-A53A-4F47-8934-A8DBC4E76448}" type="presOf" srcId="{05E617D8-E9E4-45DD-8A6D-A447BBF17089}" destId="{CAC6B53A-E213-478F-9E19-D13A1894097E}" srcOrd="0" destOrd="0" presId="urn:microsoft.com/office/officeart/2005/8/layout/vList2"/>
    <dgm:cxn modelId="{7F60D6E9-F125-47AE-91A8-D06535A5553E}" type="presOf" srcId="{E866E376-9DA5-4672-B113-0ECC05625728}" destId="{BFE97A0F-D4E6-4154-822C-720079BA3B24}" srcOrd="0" destOrd="0" presId="urn:microsoft.com/office/officeart/2005/8/layout/vList2"/>
    <dgm:cxn modelId="{2EDBFFF4-2A18-4949-9B90-517DA0CCD915}" srcId="{E866E376-9DA5-4672-B113-0ECC05625728}" destId="{05E617D8-E9E4-45DD-8A6D-A447BBF17089}" srcOrd="0" destOrd="0" parTransId="{80B1EEC3-7B8C-4D39-9DE5-4D4907CAFEC1}" sibTransId="{4300EB56-F29B-46B0-AB27-01B076FB2675}"/>
    <dgm:cxn modelId="{618C2B1D-7E66-4CA9-AD25-1FEEB6CF695B}" type="presParOf" srcId="{BFE97A0F-D4E6-4154-822C-720079BA3B24}" destId="{CAC6B53A-E213-478F-9E19-D13A1894097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05B8BF-4BB0-4EBD-AA41-F225D05F3ABC}" type="doc">
      <dgm:prSet loTypeId="urn:microsoft.com/office/officeart/2005/8/layout/lProcess3" loCatId="process" qsTypeId="urn:microsoft.com/office/officeart/2005/8/quickstyle/simple3#2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5546DCBC-9C51-41ED-B832-928F91DC0854}">
      <dgm:prSet/>
      <dgm:spPr/>
      <dgm:t>
        <a:bodyPr/>
        <a:lstStyle/>
        <a:p>
          <a:r>
            <a:rPr lang="en-US" b="1" dirty="0"/>
            <a:t>Time saved</a:t>
          </a:r>
          <a:r>
            <a:rPr lang="en-US" dirty="0"/>
            <a:t>: Farmers spend far less time waiting, thanks to token booking and real-time queue updates.</a:t>
          </a:r>
          <a:endParaRPr lang="en-IN" dirty="0"/>
        </a:p>
      </dgm:t>
    </dgm:pt>
    <dgm:pt modelId="{EA06901D-914E-43A0-9102-D6FFE2AECE2C}" type="parTrans" cxnId="{633C8E50-C430-4F6D-8B69-F358676BC9C8}">
      <dgm:prSet/>
      <dgm:spPr/>
      <dgm:t>
        <a:bodyPr/>
        <a:lstStyle/>
        <a:p>
          <a:endParaRPr lang="en-IN"/>
        </a:p>
      </dgm:t>
    </dgm:pt>
    <dgm:pt modelId="{FF3A9418-824D-4EC3-B573-4F5AE9FA2F90}" type="sibTrans" cxnId="{633C8E50-C430-4F6D-8B69-F358676BC9C8}">
      <dgm:prSet/>
      <dgm:spPr/>
      <dgm:t>
        <a:bodyPr/>
        <a:lstStyle/>
        <a:p>
          <a:endParaRPr lang="en-IN"/>
        </a:p>
      </dgm:t>
    </dgm:pt>
    <dgm:pt modelId="{2A26468A-D275-4395-84EC-8DBE55806F1E}">
      <dgm:prSet/>
      <dgm:spPr/>
      <dgm:t>
        <a:bodyPr/>
        <a:lstStyle/>
        <a:p>
          <a:r>
            <a:rPr lang="en-IN" b="1"/>
            <a:t>Reduced travel</a:t>
          </a:r>
          <a:r>
            <a:rPr lang="en-IN"/>
            <a:t>: Checking schedules and availability beforehand cuts down unnecessary trips to centres.</a:t>
          </a:r>
        </a:p>
      </dgm:t>
    </dgm:pt>
    <dgm:pt modelId="{2C3BBBAB-0254-4CF7-A00D-7CE0C10DC4D3}" type="parTrans" cxnId="{8F48545E-46F3-470D-81B7-082F60030632}">
      <dgm:prSet/>
      <dgm:spPr/>
      <dgm:t>
        <a:bodyPr/>
        <a:lstStyle/>
        <a:p>
          <a:endParaRPr lang="en-IN"/>
        </a:p>
      </dgm:t>
    </dgm:pt>
    <dgm:pt modelId="{A86A57AA-AD28-48E3-8D4C-ECA1A9C1138D}" type="sibTrans" cxnId="{8F48545E-46F3-470D-81B7-082F60030632}">
      <dgm:prSet/>
      <dgm:spPr/>
      <dgm:t>
        <a:bodyPr/>
        <a:lstStyle/>
        <a:p>
          <a:endParaRPr lang="en-IN"/>
        </a:p>
      </dgm:t>
    </dgm:pt>
    <dgm:pt modelId="{148F4B13-21EE-4A38-A308-D635300DA735}">
      <dgm:prSet/>
      <dgm:spPr/>
      <dgm:t>
        <a:bodyPr/>
        <a:lstStyle/>
        <a:p>
          <a:r>
            <a:rPr lang="en-IN" b="1" dirty="0"/>
            <a:t>Transparency</a:t>
          </a:r>
          <a:r>
            <a:rPr lang="en-IN" dirty="0"/>
            <a:t>: Clear visibility into schedules, tokens, and payments builds farmer trust in the system.</a:t>
          </a:r>
        </a:p>
      </dgm:t>
    </dgm:pt>
    <dgm:pt modelId="{3457E4F7-9AC3-44C2-A036-62E770B06C03}" type="parTrans" cxnId="{EA521309-385E-4615-9EC7-92F3DD430CE4}">
      <dgm:prSet/>
      <dgm:spPr/>
      <dgm:t>
        <a:bodyPr/>
        <a:lstStyle/>
        <a:p>
          <a:endParaRPr lang="en-IN"/>
        </a:p>
      </dgm:t>
    </dgm:pt>
    <dgm:pt modelId="{DB13100A-D3D7-4A21-B59E-736B6C210518}" type="sibTrans" cxnId="{EA521309-385E-4615-9EC7-92F3DD430CE4}">
      <dgm:prSet/>
      <dgm:spPr/>
      <dgm:t>
        <a:bodyPr/>
        <a:lstStyle/>
        <a:p>
          <a:endParaRPr lang="en-IN"/>
        </a:p>
      </dgm:t>
    </dgm:pt>
    <dgm:pt modelId="{5815C393-A03D-4ADB-808A-D938A459AA17}">
      <dgm:prSet/>
      <dgm:spPr/>
      <dgm:t>
        <a:bodyPr/>
        <a:lstStyle/>
        <a:p>
          <a:r>
            <a:rPr lang="en-IN" b="1" dirty="0"/>
            <a:t>Faster payments</a:t>
          </a:r>
          <a:r>
            <a:rPr lang="en-IN" dirty="0"/>
            <a:t>: Real-time tracking from registration to payment reduces delays and uncertainty.</a:t>
          </a:r>
        </a:p>
      </dgm:t>
    </dgm:pt>
    <dgm:pt modelId="{23D5AA96-B585-42BA-9C91-A2D7485CA658}" type="parTrans" cxnId="{9D679F98-E300-484C-A47C-BF22BD7B3568}">
      <dgm:prSet/>
      <dgm:spPr/>
      <dgm:t>
        <a:bodyPr/>
        <a:lstStyle/>
        <a:p>
          <a:endParaRPr lang="en-IN"/>
        </a:p>
      </dgm:t>
    </dgm:pt>
    <dgm:pt modelId="{64C89DEC-A9BA-4252-B0B8-ACD5E038F804}" type="sibTrans" cxnId="{9D679F98-E300-484C-A47C-BF22BD7B3568}">
      <dgm:prSet/>
      <dgm:spPr/>
      <dgm:t>
        <a:bodyPr/>
        <a:lstStyle/>
        <a:p>
          <a:endParaRPr lang="en-IN"/>
        </a:p>
      </dgm:t>
    </dgm:pt>
    <dgm:pt modelId="{6821D86D-6B8B-4322-A437-FCC243BCBAF0}">
      <dgm:prSet/>
      <dgm:spPr/>
      <dgm:t>
        <a:bodyPr/>
        <a:lstStyle/>
        <a:p>
          <a:r>
            <a:rPr lang="en-IN" b="1" dirty="0"/>
            <a:t>Social</a:t>
          </a:r>
          <a:r>
            <a:rPr lang="en-IN" dirty="0"/>
            <a:t>: Builds trust in government procurement and ensures fair, equal access for all farmers.</a:t>
          </a:r>
        </a:p>
      </dgm:t>
    </dgm:pt>
    <dgm:pt modelId="{7780E199-497E-4B45-8891-423D4D4F3291}" type="parTrans" cxnId="{5697D639-9574-423A-A2C6-A82528DAFCC5}">
      <dgm:prSet/>
      <dgm:spPr/>
      <dgm:t>
        <a:bodyPr/>
        <a:lstStyle/>
        <a:p>
          <a:endParaRPr lang="en-IN"/>
        </a:p>
      </dgm:t>
    </dgm:pt>
    <dgm:pt modelId="{4C228677-15FB-4700-AFCD-AFCD84BCA93B}" type="sibTrans" cxnId="{5697D639-9574-423A-A2C6-A82528DAFCC5}">
      <dgm:prSet/>
      <dgm:spPr/>
      <dgm:t>
        <a:bodyPr/>
        <a:lstStyle/>
        <a:p>
          <a:endParaRPr lang="en-IN"/>
        </a:p>
      </dgm:t>
    </dgm:pt>
    <dgm:pt modelId="{8EA601B3-59CB-4FDD-8661-2B60A4B83946}">
      <dgm:prSet/>
      <dgm:spPr/>
      <dgm:t>
        <a:bodyPr/>
        <a:lstStyle/>
        <a:p>
          <a:r>
            <a:rPr lang="en-IN" b="1"/>
            <a:t>Economic</a:t>
          </a:r>
          <a:r>
            <a:rPr lang="en-IN"/>
            <a:t>: Saves travel costs, reduces crop losses, and speeds up farmer payments.</a:t>
          </a:r>
        </a:p>
      </dgm:t>
    </dgm:pt>
    <dgm:pt modelId="{92C95560-4640-4933-897F-9DD1E3424E12}" type="parTrans" cxnId="{33BC6A73-D760-47DF-B712-01F39BE966EC}">
      <dgm:prSet/>
      <dgm:spPr/>
      <dgm:t>
        <a:bodyPr/>
        <a:lstStyle/>
        <a:p>
          <a:endParaRPr lang="en-IN"/>
        </a:p>
      </dgm:t>
    </dgm:pt>
    <dgm:pt modelId="{C05B4966-F6FF-4E4C-A166-B31C86C67472}" type="sibTrans" cxnId="{33BC6A73-D760-47DF-B712-01F39BE966EC}">
      <dgm:prSet/>
      <dgm:spPr/>
      <dgm:t>
        <a:bodyPr/>
        <a:lstStyle/>
        <a:p>
          <a:endParaRPr lang="en-IN"/>
        </a:p>
      </dgm:t>
    </dgm:pt>
    <dgm:pt modelId="{89899CD2-5217-494D-91FB-019E7766DCF6}">
      <dgm:prSet/>
      <dgm:spPr/>
      <dgm:t>
        <a:bodyPr/>
        <a:lstStyle/>
        <a:p>
          <a:r>
            <a:rPr lang="en-IN" b="1" dirty="0"/>
            <a:t>Environmental</a:t>
          </a:r>
          <a:r>
            <a:rPr lang="en-IN" dirty="0"/>
            <a:t>: Fewer unnecessary trips mean less fuel use; better planning reduces produce wastage.</a:t>
          </a:r>
        </a:p>
      </dgm:t>
    </dgm:pt>
    <dgm:pt modelId="{9678B91D-002A-4860-B18B-A2D1C17C0A33}" type="parTrans" cxnId="{1331EFC7-7B17-4A8B-BA95-ABD4C71CD884}">
      <dgm:prSet/>
      <dgm:spPr/>
      <dgm:t>
        <a:bodyPr/>
        <a:lstStyle/>
        <a:p>
          <a:endParaRPr lang="en-IN"/>
        </a:p>
      </dgm:t>
    </dgm:pt>
    <dgm:pt modelId="{F2353E63-0BED-4BF8-B4C4-028362E17293}" type="sibTrans" cxnId="{1331EFC7-7B17-4A8B-BA95-ABD4C71CD884}">
      <dgm:prSet/>
      <dgm:spPr/>
      <dgm:t>
        <a:bodyPr/>
        <a:lstStyle/>
        <a:p>
          <a:endParaRPr lang="en-IN"/>
        </a:p>
      </dgm:t>
    </dgm:pt>
    <dgm:pt modelId="{2F139C11-485E-461E-A010-F69F1D993E66}" type="pres">
      <dgm:prSet presAssocID="{4305B8BF-4BB0-4EBD-AA41-F225D05F3AB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1828369-9815-4EB4-963C-DA8A9A709A95}" type="pres">
      <dgm:prSet presAssocID="{5546DCBC-9C51-41ED-B832-928F91DC0854}" presName="horFlow" presStyleCnt="0"/>
      <dgm:spPr/>
    </dgm:pt>
    <dgm:pt modelId="{C073A4A9-E465-45F8-9DE5-7FAAF80D456C}" type="pres">
      <dgm:prSet presAssocID="{5546DCBC-9C51-41ED-B832-928F91DC0854}" presName="bigChev" presStyleLbl="node1" presStyleIdx="0" presStyleCnt="7" custScaleX="437167"/>
      <dgm:spPr/>
    </dgm:pt>
    <dgm:pt modelId="{FDE48490-7F86-4071-BE07-24F5B35ACEA9}" type="pres">
      <dgm:prSet presAssocID="{5546DCBC-9C51-41ED-B832-928F91DC0854}" presName="vSp" presStyleCnt="0"/>
      <dgm:spPr/>
    </dgm:pt>
    <dgm:pt modelId="{F21091AD-5C5F-49C8-8B5F-22195EA4BF63}" type="pres">
      <dgm:prSet presAssocID="{2A26468A-D275-4395-84EC-8DBE55806F1E}" presName="horFlow" presStyleCnt="0"/>
      <dgm:spPr/>
    </dgm:pt>
    <dgm:pt modelId="{0F69BA36-79DA-4DF4-B5DA-F3CE16C9F219}" type="pres">
      <dgm:prSet presAssocID="{2A26468A-D275-4395-84EC-8DBE55806F1E}" presName="bigChev" presStyleLbl="node1" presStyleIdx="1" presStyleCnt="7" custScaleX="437607"/>
      <dgm:spPr/>
    </dgm:pt>
    <dgm:pt modelId="{C23716D3-7714-4EFC-A83D-BC7C9934C8CD}" type="pres">
      <dgm:prSet presAssocID="{2A26468A-D275-4395-84EC-8DBE55806F1E}" presName="vSp" presStyleCnt="0"/>
      <dgm:spPr/>
    </dgm:pt>
    <dgm:pt modelId="{ED514B1A-C604-4E3F-8A10-BCA3822F8DE8}" type="pres">
      <dgm:prSet presAssocID="{148F4B13-21EE-4A38-A308-D635300DA735}" presName="horFlow" presStyleCnt="0"/>
      <dgm:spPr/>
    </dgm:pt>
    <dgm:pt modelId="{27EB05A5-E35A-4BF9-A1F7-3E16EEF4A442}" type="pres">
      <dgm:prSet presAssocID="{148F4B13-21EE-4A38-A308-D635300DA735}" presName="bigChev" presStyleLbl="node1" presStyleIdx="2" presStyleCnt="7" custScaleX="438075"/>
      <dgm:spPr/>
    </dgm:pt>
    <dgm:pt modelId="{B1207FFB-CA27-48FB-84B2-FFA52F152879}" type="pres">
      <dgm:prSet presAssocID="{148F4B13-21EE-4A38-A308-D635300DA735}" presName="vSp" presStyleCnt="0"/>
      <dgm:spPr/>
    </dgm:pt>
    <dgm:pt modelId="{569F7594-4ADB-4E4D-AC18-54DE689E7FF1}" type="pres">
      <dgm:prSet presAssocID="{5815C393-A03D-4ADB-808A-D938A459AA17}" presName="horFlow" presStyleCnt="0"/>
      <dgm:spPr/>
    </dgm:pt>
    <dgm:pt modelId="{9AC12A95-2D08-4400-B498-4E27D376D63E}" type="pres">
      <dgm:prSet presAssocID="{5815C393-A03D-4ADB-808A-D938A459AA17}" presName="bigChev" presStyleLbl="node1" presStyleIdx="3" presStyleCnt="7" custScaleX="438544" custLinFactX="63919" custLinFactNeighborX="100000" custLinFactNeighborY="-4063"/>
      <dgm:spPr/>
    </dgm:pt>
    <dgm:pt modelId="{2957B15C-C3FF-4B82-ACD5-F607B30FB9F5}" type="pres">
      <dgm:prSet presAssocID="{5815C393-A03D-4ADB-808A-D938A459AA17}" presName="vSp" presStyleCnt="0"/>
      <dgm:spPr/>
    </dgm:pt>
    <dgm:pt modelId="{03343A12-79A1-4482-A115-5F3C5E634007}" type="pres">
      <dgm:prSet presAssocID="{6821D86D-6B8B-4322-A437-FCC243BCBAF0}" presName="horFlow" presStyleCnt="0"/>
      <dgm:spPr/>
    </dgm:pt>
    <dgm:pt modelId="{D7670293-03E4-49FD-95D7-04F072BEDE88}" type="pres">
      <dgm:prSet presAssocID="{6821D86D-6B8B-4322-A437-FCC243BCBAF0}" presName="bigChev" presStyleLbl="node1" presStyleIdx="4" presStyleCnt="7" custScaleX="439014"/>
      <dgm:spPr/>
    </dgm:pt>
    <dgm:pt modelId="{FA01980C-6590-4867-A10D-4ABBDC6B4DDC}" type="pres">
      <dgm:prSet presAssocID="{6821D86D-6B8B-4322-A437-FCC243BCBAF0}" presName="vSp" presStyleCnt="0"/>
      <dgm:spPr/>
    </dgm:pt>
    <dgm:pt modelId="{261B4A3B-FCC3-4D56-BDA8-45BC79547149}" type="pres">
      <dgm:prSet presAssocID="{8EA601B3-59CB-4FDD-8661-2B60A4B83946}" presName="horFlow" presStyleCnt="0"/>
      <dgm:spPr/>
    </dgm:pt>
    <dgm:pt modelId="{52C211AE-172F-46DC-A866-C9C6C29ACEAD}" type="pres">
      <dgm:prSet presAssocID="{8EA601B3-59CB-4FDD-8661-2B60A4B83946}" presName="bigChev" presStyleLbl="node1" presStyleIdx="5" presStyleCnt="7" custScaleX="439485"/>
      <dgm:spPr/>
    </dgm:pt>
    <dgm:pt modelId="{00D2D5A3-D97C-4C1F-BDA1-FB3D80F2D975}" type="pres">
      <dgm:prSet presAssocID="{8EA601B3-59CB-4FDD-8661-2B60A4B83946}" presName="vSp" presStyleCnt="0"/>
      <dgm:spPr/>
    </dgm:pt>
    <dgm:pt modelId="{A72BDE8C-C84A-49DB-AC51-18F127516DF8}" type="pres">
      <dgm:prSet presAssocID="{89899CD2-5217-494D-91FB-019E7766DCF6}" presName="horFlow" presStyleCnt="0"/>
      <dgm:spPr/>
    </dgm:pt>
    <dgm:pt modelId="{D2ED755A-5761-4A48-9D19-0A39CFE79B19}" type="pres">
      <dgm:prSet presAssocID="{89899CD2-5217-494D-91FB-019E7766DCF6}" presName="bigChev" presStyleLbl="node1" presStyleIdx="6" presStyleCnt="7" custScaleX="439957"/>
      <dgm:spPr/>
    </dgm:pt>
  </dgm:ptLst>
  <dgm:cxnLst>
    <dgm:cxn modelId="{EA521309-385E-4615-9EC7-92F3DD430CE4}" srcId="{4305B8BF-4BB0-4EBD-AA41-F225D05F3ABC}" destId="{148F4B13-21EE-4A38-A308-D635300DA735}" srcOrd="2" destOrd="0" parTransId="{3457E4F7-9AC3-44C2-A036-62E770B06C03}" sibTransId="{DB13100A-D3D7-4A21-B59E-736B6C210518}"/>
    <dgm:cxn modelId="{5697D639-9574-423A-A2C6-A82528DAFCC5}" srcId="{4305B8BF-4BB0-4EBD-AA41-F225D05F3ABC}" destId="{6821D86D-6B8B-4322-A437-FCC243BCBAF0}" srcOrd="4" destOrd="0" parTransId="{7780E199-497E-4B45-8891-423D4D4F3291}" sibTransId="{4C228677-15FB-4700-AFCD-AFCD84BCA93B}"/>
    <dgm:cxn modelId="{05B38D3E-8A00-45CE-B74E-4CD3D1A86C44}" type="presOf" srcId="{5546DCBC-9C51-41ED-B832-928F91DC0854}" destId="{C073A4A9-E465-45F8-9DE5-7FAAF80D456C}" srcOrd="0" destOrd="0" presId="urn:microsoft.com/office/officeart/2005/8/layout/lProcess3"/>
    <dgm:cxn modelId="{8F48545E-46F3-470D-81B7-082F60030632}" srcId="{4305B8BF-4BB0-4EBD-AA41-F225D05F3ABC}" destId="{2A26468A-D275-4395-84EC-8DBE55806F1E}" srcOrd="1" destOrd="0" parTransId="{2C3BBBAB-0254-4CF7-A00D-7CE0C10DC4D3}" sibTransId="{A86A57AA-AD28-48E3-8D4C-ECA1A9C1138D}"/>
    <dgm:cxn modelId="{1AF5BB48-F47D-466E-B194-AA876AF76DEE}" type="presOf" srcId="{89899CD2-5217-494D-91FB-019E7766DCF6}" destId="{D2ED755A-5761-4A48-9D19-0A39CFE79B19}" srcOrd="0" destOrd="0" presId="urn:microsoft.com/office/officeart/2005/8/layout/lProcess3"/>
    <dgm:cxn modelId="{633C8E50-C430-4F6D-8B69-F358676BC9C8}" srcId="{4305B8BF-4BB0-4EBD-AA41-F225D05F3ABC}" destId="{5546DCBC-9C51-41ED-B832-928F91DC0854}" srcOrd="0" destOrd="0" parTransId="{EA06901D-914E-43A0-9102-D6FFE2AECE2C}" sibTransId="{FF3A9418-824D-4EC3-B573-4F5AE9FA2F90}"/>
    <dgm:cxn modelId="{33BC6A73-D760-47DF-B712-01F39BE966EC}" srcId="{4305B8BF-4BB0-4EBD-AA41-F225D05F3ABC}" destId="{8EA601B3-59CB-4FDD-8661-2B60A4B83946}" srcOrd="5" destOrd="0" parTransId="{92C95560-4640-4933-897F-9DD1E3424E12}" sibTransId="{C05B4966-F6FF-4E4C-A166-B31C86C67472}"/>
    <dgm:cxn modelId="{080F4576-AF0F-454C-B391-0E2AE7AE6351}" type="presOf" srcId="{6821D86D-6B8B-4322-A437-FCC243BCBAF0}" destId="{D7670293-03E4-49FD-95D7-04F072BEDE88}" srcOrd="0" destOrd="0" presId="urn:microsoft.com/office/officeart/2005/8/layout/lProcess3"/>
    <dgm:cxn modelId="{E1738E56-8843-4F49-9829-349B598D1961}" type="presOf" srcId="{5815C393-A03D-4ADB-808A-D938A459AA17}" destId="{9AC12A95-2D08-4400-B498-4E27D376D63E}" srcOrd="0" destOrd="0" presId="urn:microsoft.com/office/officeart/2005/8/layout/lProcess3"/>
    <dgm:cxn modelId="{9262C95A-B233-45F9-BA4C-E36004D3E6DA}" type="presOf" srcId="{148F4B13-21EE-4A38-A308-D635300DA735}" destId="{27EB05A5-E35A-4BF9-A1F7-3E16EEF4A442}" srcOrd="0" destOrd="0" presId="urn:microsoft.com/office/officeart/2005/8/layout/lProcess3"/>
    <dgm:cxn modelId="{7B329E93-1AC7-476F-BE99-835A5C1D88C7}" type="presOf" srcId="{8EA601B3-59CB-4FDD-8661-2B60A4B83946}" destId="{52C211AE-172F-46DC-A866-C9C6C29ACEAD}" srcOrd="0" destOrd="0" presId="urn:microsoft.com/office/officeart/2005/8/layout/lProcess3"/>
    <dgm:cxn modelId="{9D679F98-E300-484C-A47C-BF22BD7B3568}" srcId="{4305B8BF-4BB0-4EBD-AA41-F225D05F3ABC}" destId="{5815C393-A03D-4ADB-808A-D938A459AA17}" srcOrd="3" destOrd="0" parTransId="{23D5AA96-B585-42BA-9C91-A2D7485CA658}" sibTransId="{64C89DEC-A9BA-4252-B0B8-ACD5E038F804}"/>
    <dgm:cxn modelId="{8E2A25C1-8AA4-4D47-A997-CD165638AFE5}" type="presOf" srcId="{2A26468A-D275-4395-84EC-8DBE55806F1E}" destId="{0F69BA36-79DA-4DF4-B5DA-F3CE16C9F219}" srcOrd="0" destOrd="0" presId="urn:microsoft.com/office/officeart/2005/8/layout/lProcess3"/>
    <dgm:cxn modelId="{3134B6C1-83C6-4F8B-910C-12068CD84D63}" type="presOf" srcId="{4305B8BF-4BB0-4EBD-AA41-F225D05F3ABC}" destId="{2F139C11-485E-461E-A010-F69F1D993E66}" srcOrd="0" destOrd="0" presId="urn:microsoft.com/office/officeart/2005/8/layout/lProcess3"/>
    <dgm:cxn modelId="{1331EFC7-7B17-4A8B-BA95-ABD4C71CD884}" srcId="{4305B8BF-4BB0-4EBD-AA41-F225D05F3ABC}" destId="{89899CD2-5217-494D-91FB-019E7766DCF6}" srcOrd="6" destOrd="0" parTransId="{9678B91D-002A-4860-B18B-A2D1C17C0A33}" sibTransId="{F2353E63-0BED-4BF8-B4C4-028362E17293}"/>
    <dgm:cxn modelId="{4AB89620-9388-4DE9-AA56-1BB6498F43C2}" type="presParOf" srcId="{2F139C11-485E-461E-A010-F69F1D993E66}" destId="{21828369-9815-4EB4-963C-DA8A9A709A95}" srcOrd="0" destOrd="0" presId="urn:microsoft.com/office/officeart/2005/8/layout/lProcess3"/>
    <dgm:cxn modelId="{346418B7-D7CE-4D0F-A622-CD594DCBA3C7}" type="presParOf" srcId="{21828369-9815-4EB4-963C-DA8A9A709A95}" destId="{C073A4A9-E465-45F8-9DE5-7FAAF80D456C}" srcOrd="0" destOrd="0" presId="urn:microsoft.com/office/officeart/2005/8/layout/lProcess3"/>
    <dgm:cxn modelId="{8F5260C6-E2C5-4715-A4BA-67BC913E8A15}" type="presParOf" srcId="{2F139C11-485E-461E-A010-F69F1D993E66}" destId="{FDE48490-7F86-4071-BE07-24F5B35ACEA9}" srcOrd="1" destOrd="0" presId="urn:microsoft.com/office/officeart/2005/8/layout/lProcess3"/>
    <dgm:cxn modelId="{A2EA3CAF-F99B-4306-9924-ADC217D77AE4}" type="presParOf" srcId="{2F139C11-485E-461E-A010-F69F1D993E66}" destId="{F21091AD-5C5F-49C8-8B5F-22195EA4BF63}" srcOrd="2" destOrd="0" presId="urn:microsoft.com/office/officeart/2005/8/layout/lProcess3"/>
    <dgm:cxn modelId="{D0C2200D-19AA-40EC-98B3-AEA41ED1BF12}" type="presParOf" srcId="{F21091AD-5C5F-49C8-8B5F-22195EA4BF63}" destId="{0F69BA36-79DA-4DF4-B5DA-F3CE16C9F219}" srcOrd="0" destOrd="0" presId="urn:microsoft.com/office/officeart/2005/8/layout/lProcess3"/>
    <dgm:cxn modelId="{86A08EB1-B081-4C4F-9F0C-6CF8851A30C0}" type="presParOf" srcId="{2F139C11-485E-461E-A010-F69F1D993E66}" destId="{C23716D3-7714-4EFC-A83D-BC7C9934C8CD}" srcOrd="3" destOrd="0" presId="urn:microsoft.com/office/officeart/2005/8/layout/lProcess3"/>
    <dgm:cxn modelId="{1A15CC23-B949-4697-95BB-60CAE0F21028}" type="presParOf" srcId="{2F139C11-485E-461E-A010-F69F1D993E66}" destId="{ED514B1A-C604-4E3F-8A10-BCA3822F8DE8}" srcOrd="4" destOrd="0" presId="urn:microsoft.com/office/officeart/2005/8/layout/lProcess3"/>
    <dgm:cxn modelId="{7099E052-6571-4D7A-984D-C34452B13325}" type="presParOf" srcId="{ED514B1A-C604-4E3F-8A10-BCA3822F8DE8}" destId="{27EB05A5-E35A-4BF9-A1F7-3E16EEF4A442}" srcOrd="0" destOrd="0" presId="urn:microsoft.com/office/officeart/2005/8/layout/lProcess3"/>
    <dgm:cxn modelId="{07C6109B-9112-465C-BD57-CBA2DF9CE7A8}" type="presParOf" srcId="{2F139C11-485E-461E-A010-F69F1D993E66}" destId="{B1207FFB-CA27-48FB-84B2-FFA52F152879}" srcOrd="5" destOrd="0" presId="urn:microsoft.com/office/officeart/2005/8/layout/lProcess3"/>
    <dgm:cxn modelId="{40B243D9-E388-4C9C-9D83-8C0B428C7CF6}" type="presParOf" srcId="{2F139C11-485E-461E-A010-F69F1D993E66}" destId="{569F7594-4ADB-4E4D-AC18-54DE689E7FF1}" srcOrd="6" destOrd="0" presId="urn:microsoft.com/office/officeart/2005/8/layout/lProcess3"/>
    <dgm:cxn modelId="{DCD85B5A-D93E-423B-8808-478CC55A074D}" type="presParOf" srcId="{569F7594-4ADB-4E4D-AC18-54DE689E7FF1}" destId="{9AC12A95-2D08-4400-B498-4E27D376D63E}" srcOrd="0" destOrd="0" presId="urn:microsoft.com/office/officeart/2005/8/layout/lProcess3"/>
    <dgm:cxn modelId="{9F2666C6-889B-4D38-9647-7F3B13188B1C}" type="presParOf" srcId="{2F139C11-485E-461E-A010-F69F1D993E66}" destId="{2957B15C-C3FF-4B82-ACD5-F607B30FB9F5}" srcOrd="7" destOrd="0" presId="urn:microsoft.com/office/officeart/2005/8/layout/lProcess3"/>
    <dgm:cxn modelId="{299C5F54-D61D-4DDB-904F-1AF1DDAC98E5}" type="presParOf" srcId="{2F139C11-485E-461E-A010-F69F1D993E66}" destId="{03343A12-79A1-4482-A115-5F3C5E634007}" srcOrd="8" destOrd="0" presId="urn:microsoft.com/office/officeart/2005/8/layout/lProcess3"/>
    <dgm:cxn modelId="{4A36E5ED-93FC-4E46-8B4A-C929B966FBBE}" type="presParOf" srcId="{03343A12-79A1-4482-A115-5F3C5E634007}" destId="{D7670293-03E4-49FD-95D7-04F072BEDE88}" srcOrd="0" destOrd="0" presId="urn:microsoft.com/office/officeart/2005/8/layout/lProcess3"/>
    <dgm:cxn modelId="{8BF44495-196F-4FA2-A18F-8BFB3053E7B1}" type="presParOf" srcId="{2F139C11-485E-461E-A010-F69F1D993E66}" destId="{FA01980C-6590-4867-A10D-4ABBDC6B4DDC}" srcOrd="9" destOrd="0" presId="urn:microsoft.com/office/officeart/2005/8/layout/lProcess3"/>
    <dgm:cxn modelId="{E3959267-A8BA-4C6C-8291-F345DB738507}" type="presParOf" srcId="{2F139C11-485E-461E-A010-F69F1D993E66}" destId="{261B4A3B-FCC3-4D56-BDA8-45BC79547149}" srcOrd="10" destOrd="0" presId="urn:microsoft.com/office/officeart/2005/8/layout/lProcess3"/>
    <dgm:cxn modelId="{02CC10E7-7C01-4D43-A4EC-306687336C6E}" type="presParOf" srcId="{261B4A3B-FCC3-4D56-BDA8-45BC79547149}" destId="{52C211AE-172F-46DC-A866-C9C6C29ACEAD}" srcOrd="0" destOrd="0" presId="urn:microsoft.com/office/officeart/2005/8/layout/lProcess3"/>
    <dgm:cxn modelId="{96B3E50F-8232-4EB0-B56A-03DEC7AFDC74}" type="presParOf" srcId="{2F139C11-485E-461E-A010-F69F1D993E66}" destId="{00D2D5A3-D97C-4C1F-BDA1-FB3D80F2D975}" srcOrd="11" destOrd="0" presId="urn:microsoft.com/office/officeart/2005/8/layout/lProcess3"/>
    <dgm:cxn modelId="{A850C38B-BEA4-48EB-B895-DAE9C828E41F}" type="presParOf" srcId="{2F139C11-485E-461E-A010-F69F1D993E66}" destId="{A72BDE8C-C84A-49DB-AC51-18F127516DF8}" srcOrd="12" destOrd="0" presId="urn:microsoft.com/office/officeart/2005/8/layout/lProcess3"/>
    <dgm:cxn modelId="{9A03DC2F-6F04-4854-BAC9-B55E9CB99024}" type="presParOf" srcId="{A72BDE8C-C84A-49DB-AC51-18F127516DF8}" destId="{D2ED755A-5761-4A48-9D19-0A39CFE79B19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93F49E-8F8B-4BAA-B135-F43CF0833967}" type="doc">
      <dgm:prSet loTypeId="urn:microsoft.com/office/officeart/2005/8/layout/default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2FEA9908-6EE7-4B73-9C1A-11F434160587}">
      <dgm:prSet/>
      <dgm:spPr>
        <a:solidFill>
          <a:schemeClr val="tx2">
            <a:lumMod val="40000"/>
            <a:lumOff val="60000"/>
          </a:schemeClr>
        </a:solidFill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b="1" i="0" u="sng" dirty="0">
              <a:solidFill>
                <a:schemeClr val="tx1"/>
              </a:solidFill>
              <a:uFillTx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Registration for Crop Procurement</a:t>
          </a:r>
          <a:r>
            <a:rPr lang="en-IN" b="0" i="0" dirty="0">
              <a:solidFill>
                <a:schemeClr val="tx1"/>
              </a:solidFill>
            </a:rPr>
            <a:t>: Provides online registration schemes for landholding farmers selling crops at minimum support prices. </a:t>
          </a:r>
          <a:r>
            <a:rPr lang="en-IN" b="0" i="0" u="sng" dirty="0">
              <a:solidFill>
                <a:schemeClr val="tx1"/>
              </a:solidFill>
              <a:uFillTx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https://www.myscheme.gov.in/schemes/rfcp</a:t>
          </a:r>
          <a:endParaRPr lang="en-IN" dirty="0">
            <a:solidFill>
              <a:schemeClr val="tx1"/>
            </a:solidFill>
          </a:endParaRPr>
        </a:p>
      </dgm:t>
    </dgm:pt>
    <dgm:pt modelId="{4E168862-902E-452A-AACA-7C0C32B783F5}" type="parTrans" cxnId="{7DA11394-EE2B-427F-A7DC-966826609A2F}">
      <dgm:prSet/>
      <dgm:spPr/>
      <dgm:t>
        <a:bodyPr/>
        <a:lstStyle/>
        <a:p>
          <a:endParaRPr lang="en-IN"/>
        </a:p>
      </dgm:t>
    </dgm:pt>
    <dgm:pt modelId="{7A215DB8-0DC9-45BB-B2F0-316A32665DE8}" type="sibTrans" cxnId="{7DA11394-EE2B-427F-A7DC-966826609A2F}">
      <dgm:prSet/>
      <dgm:spPr/>
      <dgm:t>
        <a:bodyPr/>
        <a:lstStyle/>
        <a:p>
          <a:endParaRPr lang="en-IN"/>
        </a:p>
      </dgm:t>
    </dgm:pt>
    <dgm:pt modelId="{033E4FFA-6077-4003-AE84-AC7C1E67E47B}">
      <dgm:prSet/>
      <dgm:spPr>
        <a:solidFill>
          <a:schemeClr val="tx2">
            <a:lumMod val="40000"/>
            <a:lumOff val="60000"/>
          </a:schemeClr>
        </a:solidFill>
        <a:effectLst>
          <a:outerShdw blurRad="50800" dist="38100" dir="16200000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b="1" i="0" u="sng">
              <a:solidFill>
                <a:schemeClr val="tx1"/>
              </a:solidFill>
              <a:uFillTx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Central Foodgrains Procurement Portal</a:t>
          </a:r>
          <a:r>
            <a:rPr lang="en-IN" b="0" i="0">
              <a:solidFill>
                <a:schemeClr val="tx1"/>
              </a:solidFill>
            </a:rPr>
            <a:t>: Tracks real-time grain procurement statistics, active center operations, weighing logs, and payment disbursements centrally. </a:t>
          </a:r>
          <a:r>
            <a:rPr lang="en-IN" b="0" i="0" u="sng">
              <a:solidFill>
                <a:schemeClr val="tx1"/>
              </a:solidFill>
              <a:uFillTx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https://cfpp.nic.in/</a:t>
          </a:r>
          <a:endParaRPr lang="en-IN">
            <a:solidFill>
              <a:schemeClr val="tx1"/>
            </a:solidFill>
          </a:endParaRPr>
        </a:p>
      </dgm:t>
    </dgm:pt>
    <dgm:pt modelId="{AD19EC05-68AD-4618-9335-BF79CDB2B9C6}" type="parTrans" cxnId="{6BFE9A5E-5ECC-47A6-A2D3-77A45DAC3AE3}">
      <dgm:prSet/>
      <dgm:spPr/>
      <dgm:t>
        <a:bodyPr/>
        <a:lstStyle/>
        <a:p>
          <a:endParaRPr lang="en-IN"/>
        </a:p>
      </dgm:t>
    </dgm:pt>
    <dgm:pt modelId="{D0887B74-323B-42CB-AE59-FE387BFECA46}" type="sibTrans" cxnId="{6BFE9A5E-5ECC-47A6-A2D3-77A45DAC3AE3}">
      <dgm:prSet/>
      <dgm:spPr/>
      <dgm:t>
        <a:bodyPr/>
        <a:lstStyle/>
        <a:p>
          <a:endParaRPr lang="en-IN"/>
        </a:p>
      </dgm:t>
    </dgm:pt>
    <dgm:pt modelId="{6F7A97D3-F90E-4354-91CF-23D094720621}">
      <dgm:prSet/>
      <dgm:spPr>
        <a:solidFill>
          <a:schemeClr val="tx2">
            <a:lumMod val="40000"/>
            <a:lumOff val="60000"/>
          </a:schemeClr>
        </a:solidFill>
        <a:effectLst>
          <a:outerShdw blurRad="50800" dist="38100" dir="16200000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b="1" i="0" u="sng">
              <a:solidFill>
                <a:schemeClr val="tx1"/>
              </a:solidFill>
              <a:uFillTx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e-Samridhi Platform</a:t>
          </a:r>
          <a:r>
            <a:rPr lang="en-IN" b="0" i="0">
              <a:solidFill>
                <a:schemeClr val="tx1"/>
              </a:solidFill>
            </a:rPr>
            <a:t>: Integrates procurement records, inventory lot numbering, and direct benefit transfers through the Public Financial Management System. </a:t>
          </a:r>
          <a:r>
            <a:rPr lang="en-IN" b="0" i="0" u="sng">
              <a:solidFill>
                <a:schemeClr val="tx1"/>
              </a:solidFill>
              <a:uFillTx/>
              <a:hlinkClick xmlns:r="http://schemas.openxmlformats.org/officeDocument/2006/relationships"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https://esamridhi.in/</a:t>
          </a:r>
          <a:endParaRPr lang="en-IN">
            <a:solidFill>
              <a:schemeClr val="tx1"/>
            </a:solidFill>
          </a:endParaRPr>
        </a:p>
      </dgm:t>
    </dgm:pt>
    <dgm:pt modelId="{CB3DFC14-A9D0-40E1-9376-254280A2F54C}" type="parTrans" cxnId="{86836465-86B8-458B-B80D-24BEBE536B22}">
      <dgm:prSet/>
      <dgm:spPr/>
      <dgm:t>
        <a:bodyPr/>
        <a:lstStyle/>
        <a:p>
          <a:endParaRPr lang="en-IN"/>
        </a:p>
      </dgm:t>
    </dgm:pt>
    <dgm:pt modelId="{220F9623-670B-42B0-B141-AD985C31FF15}" type="sibTrans" cxnId="{86836465-86B8-458B-B80D-24BEBE536B22}">
      <dgm:prSet/>
      <dgm:spPr/>
      <dgm:t>
        <a:bodyPr/>
        <a:lstStyle/>
        <a:p>
          <a:endParaRPr lang="en-IN"/>
        </a:p>
      </dgm:t>
    </dgm:pt>
    <dgm:pt modelId="{FB4F432A-9457-4EBE-BC05-912150F155C4}">
      <dgm:prSet/>
      <dgm:spPr>
        <a:solidFill>
          <a:schemeClr val="tx2">
            <a:lumMod val="40000"/>
            <a:lumOff val="60000"/>
          </a:schemeClr>
        </a:solidFill>
        <a:effectLst>
          <a:outerShdw blurRad="50800" dist="38100" dir="16200000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b="1" i="0" u="sng" dirty="0">
              <a:solidFill>
                <a:schemeClr val="tx1"/>
              </a:solidFill>
              <a:uFillTx/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Digital Agriculture Mission 2024</a:t>
          </a:r>
          <a:r>
            <a:rPr lang="en-IN" b="0" i="0" dirty="0">
              <a:solidFill>
                <a:schemeClr val="tx1"/>
              </a:solidFill>
            </a:rPr>
            <a:t>: </a:t>
          </a:r>
          <a:r>
            <a:rPr lang="en-IN" b="0" i="0" dirty="0" err="1">
              <a:solidFill>
                <a:schemeClr val="tx1"/>
              </a:solidFill>
            </a:rPr>
            <a:t>Analyzes</a:t>
          </a:r>
          <a:r>
            <a:rPr lang="en-IN" b="0" i="0" dirty="0">
              <a:solidFill>
                <a:schemeClr val="tx1"/>
              </a:solidFill>
            </a:rPr>
            <a:t> digital infrastructure like </a:t>
          </a:r>
          <a:r>
            <a:rPr lang="en-IN" b="0" i="0" dirty="0" err="1">
              <a:solidFill>
                <a:schemeClr val="tx1"/>
              </a:solidFill>
            </a:rPr>
            <a:t>AgriStack</a:t>
          </a:r>
          <a:r>
            <a:rPr lang="en-IN" b="0" i="0" dirty="0">
              <a:solidFill>
                <a:schemeClr val="tx1"/>
              </a:solidFill>
            </a:rPr>
            <a:t> that links farmer IDs with digitized land records to validate yield limits.</a:t>
          </a:r>
          <a:r>
            <a:rPr lang="en-IN" b="0" i="0" u="none" dirty="0">
              <a:solidFill>
                <a:schemeClr val="tx1"/>
              </a:solidFill>
              <a:hlinkClick xmlns:r="http://schemas.openxmlformats.org/officeDocument/2006/relationships"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IN" b="0" i="0" u="sng" dirty="0">
              <a:solidFill>
                <a:schemeClr val="tx1"/>
              </a:solidFill>
              <a:uFillTx/>
              <a:hlinkClick xmlns:r="http://schemas.openxmlformats.org/officeDocument/2006/relationships"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https://www.impriindia.com/insights/policy-update/digital-agriculture-mission-2024-building-indias-digital-farming-infrastructure/</a:t>
          </a:r>
          <a:endParaRPr lang="en-IN" dirty="0">
            <a:solidFill>
              <a:schemeClr val="tx1"/>
            </a:solidFill>
          </a:endParaRPr>
        </a:p>
      </dgm:t>
    </dgm:pt>
    <dgm:pt modelId="{3344E8C3-BAA1-4D7C-BB2C-A6D064BDDD5E}" type="parTrans" cxnId="{FEEFB230-AC45-4AF2-BEDB-011D76335789}">
      <dgm:prSet/>
      <dgm:spPr/>
      <dgm:t>
        <a:bodyPr/>
        <a:lstStyle/>
        <a:p>
          <a:endParaRPr lang="en-IN"/>
        </a:p>
      </dgm:t>
    </dgm:pt>
    <dgm:pt modelId="{2716A090-0974-4FB3-9A5D-86AAC0637399}" type="sibTrans" cxnId="{FEEFB230-AC45-4AF2-BEDB-011D76335789}">
      <dgm:prSet/>
      <dgm:spPr/>
      <dgm:t>
        <a:bodyPr/>
        <a:lstStyle/>
        <a:p>
          <a:endParaRPr lang="en-IN"/>
        </a:p>
      </dgm:t>
    </dgm:pt>
    <dgm:pt modelId="{405BB120-1955-4A18-94AC-0D20100CA78C}">
      <dgm:prSet/>
      <dgm:spPr>
        <a:solidFill>
          <a:schemeClr val="tx2">
            <a:lumMod val="40000"/>
            <a:lumOff val="60000"/>
          </a:schemeClr>
        </a:solidFill>
        <a:effectLst>
          <a:outerShdw blurRad="50800" dist="38100" dir="16200000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b="1" i="0" u="sng">
              <a:solidFill>
                <a:schemeClr val="tx1"/>
              </a:solidFill>
              <a:uFillTx/>
              <a:hlinkClick xmlns:r="http://schemas.openxmlformats.org/officeDocument/2006/relationships"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Wheat Procurement Slot Booking</a:t>
          </a:r>
          <a:r>
            <a:rPr lang="en-IN" b="0" i="0">
              <a:solidFill>
                <a:schemeClr val="tx1"/>
              </a:solidFill>
            </a:rPr>
            <a:t>: Details online self-scheduling slot reservation systems that replace SMS alerts to reduce market overcrowding and wait times. </a:t>
          </a:r>
          <a:r>
            <a:rPr lang="en-IN" b="0" i="0" u="sng">
              <a:solidFill>
                <a:schemeClr val="tx1"/>
              </a:solidFill>
              <a:uFillTx/>
              <a:hlinkClick xmlns:r="http://schemas.openxmlformats.org/officeDocument/2006/relationships"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https://www.cmv360.com/news/wheat-procurement-msp-now-farmers-require-slot-booking</a:t>
          </a:r>
          <a:endParaRPr lang="en-IN">
            <a:solidFill>
              <a:schemeClr val="tx1"/>
            </a:solidFill>
          </a:endParaRPr>
        </a:p>
      </dgm:t>
    </dgm:pt>
    <dgm:pt modelId="{B1BDC9F5-1A67-4AE9-999F-FFFF0A3BCA44}" type="parTrans" cxnId="{13274307-A3F6-4083-9246-9591AF7E02E6}">
      <dgm:prSet/>
      <dgm:spPr/>
      <dgm:t>
        <a:bodyPr/>
        <a:lstStyle/>
        <a:p>
          <a:endParaRPr lang="en-IN"/>
        </a:p>
      </dgm:t>
    </dgm:pt>
    <dgm:pt modelId="{FA53A3D4-0AA4-4D37-9B29-A2132889CE30}" type="sibTrans" cxnId="{13274307-A3F6-4083-9246-9591AF7E02E6}">
      <dgm:prSet/>
      <dgm:spPr/>
      <dgm:t>
        <a:bodyPr/>
        <a:lstStyle/>
        <a:p>
          <a:endParaRPr lang="en-IN"/>
        </a:p>
      </dgm:t>
    </dgm:pt>
    <dgm:pt modelId="{40A2392D-CD29-40FF-A4AF-E83ACC72EEE2}" type="pres">
      <dgm:prSet presAssocID="{4C93F49E-8F8B-4BAA-B135-F43CF0833967}" presName="diagram" presStyleCnt="0">
        <dgm:presLayoutVars>
          <dgm:dir/>
          <dgm:resizeHandles val="exact"/>
        </dgm:presLayoutVars>
      </dgm:prSet>
      <dgm:spPr/>
    </dgm:pt>
    <dgm:pt modelId="{D5CC0DCD-DB46-4A68-AD65-7E16545BD36E}" type="pres">
      <dgm:prSet presAssocID="{2FEA9908-6EE7-4B73-9C1A-11F434160587}" presName="node" presStyleLbl="node1" presStyleIdx="0" presStyleCnt="5">
        <dgm:presLayoutVars>
          <dgm:bulletEnabled val="1"/>
        </dgm:presLayoutVars>
      </dgm:prSet>
      <dgm:spPr/>
    </dgm:pt>
    <dgm:pt modelId="{8350C3F3-12A4-4C28-A6EE-61FD9CEDEE91}" type="pres">
      <dgm:prSet presAssocID="{7A215DB8-0DC9-45BB-B2F0-316A32665DE8}" presName="sibTrans" presStyleCnt="0"/>
      <dgm:spPr/>
    </dgm:pt>
    <dgm:pt modelId="{C50D664E-C48B-4DA5-8FC7-A59A99064900}" type="pres">
      <dgm:prSet presAssocID="{033E4FFA-6077-4003-AE84-AC7C1E67E47B}" presName="node" presStyleLbl="node1" presStyleIdx="1" presStyleCnt="5">
        <dgm:presLayoutVars>
          <dgm:bulletEnabled val="1"/>
        </dgm:presLayoutVars>
      </dgm:prSet>
      <dgm:spPr/>
    </dgm:pt>
    <dgm:pt modelId="{0C8C98C7-FC95-4847-9043-97BF4076CF45}" type="pres">
      <dgm:prSet presAssocID="{D0887B74-323B-42CB-AE59-FE387BFECA46}" presName="sibTrans" presStyleCnt="0"/>
      <dgm:spPr/>
    </dgm:pt>
    <dgm:pt modelId="{AEF6BC46-0CC0-4465-A805-EE7EC2E3E145}" type="pres">
      <dgm:prSet presAssocID="{6F7A97D3-F90E-4354-91CF-23D094720621}" presName="node" presStyleLbl="node1" presStyleIdx="2" presStyleCnt="5">
        <dgm:presLayoutVars>
          <dgm:bulletEnabled val="1"/>
        </dgm:presLayoutVars>
      </dgm:prSet>
      <dgm:spPr/>
    </dgm:pt>
    <dgm:pt modelId="{CE2B7064-C413-4C7B-BD78-87709325DE09}" type="pres">
      <dgm:prSet presAssocID="{220F9623-670B-42B0-B141-AD985C31FF15}" presName="sibTrans" presStyleCnt="0"/>
      <dgm:spPr/>
    </dgm:pt>
    <dgm:pt modelId="{23C671C4-5594-4335-98F5-03456FEB446C}" type="pres">
      <dgm:prSet presAssocID="{FB4F432A-9457-4EBE-BC05-912150F155C4}" presName="node" presStyleLbl="node1" presStyleIdx="3" presStyleCnt="5">
        <dgm:presLayoutVars>
          <dgm:bulletEnabled val="1"/>
        </dgm:presLayoutVars>
      </dgm:prSet>
      <dgm:spPr/>
    </dgm:pt>
    <dgm:pt modelId="{07F8AD14-C8D4-4B1C-9C65-1C97BD5E51C3}" type="pres">
      <dgm:prSet presAssocID="{2716A090-0974-4FB3-9A5D-86AAC0637399}" presName="sibTrans" presStyleCnt="0"/>
      <dgm:spPr/>
    </dgm:pt>
    <dgm:pt modelId="{52F1F91A-5FCA-4509-B814-A78D55805D08}" type="pres">
      <dgm:prSet presAssocID="{405BB120-1955-4A18-94AC-0D20100CA78C}" presName="node" presStyleLbl="node1" presStyleIdx="4" presStyleCnt="5">
        <dgm:presLayoutVars>
          <dgm:bulletEnabled val="1"/>
        </dgm:presLayoutVars>
      </dgm:prSet>
      <dgm:spPr/>
    </dgm:pt>
  </dgm:ptLst>
  <dgm:cxnLst>
    <dgm:cxn modelId="{13274307-A3F6-4083-9246-9591AF7E02E6}" srcId="{4C93F49E-8F8B-4BAA-B135-F43CF0833967}" destId="{405BB120-1955-4A18-94AC-0D20100CA78C}" srcOrd="4" destOrd="0" parTransId="{B1BDC9F5-1A67-4AE9-999F-FFFF0A3BCA44}" sibTransId="{FA53A3D4-0AA4-4D37-9B29-A2132889CE30}"/>
    <dgm:cxn modelId="{9EC09D1B-EEF0-4542-AE9E-0AD1425354AB}" type="presOf" srcId="{4C93F49E-8F8B-4BAA-B135-F43CF0833967}" destId="{40A2392D-CD29-40FF-A4AF-E83ACC72EEE2}" srcOrd="0" destOrd="0" presId="urn:microsoft.com/office/officeart/2005/8/layout/default"/>
    <dgm:cxn modelId="{FEEFB230-AC45-4AF2-BEDB-011D76335789}" srcId="{4C93F49E-8F8B-4BAA-B135-F43CF0833967}" destId="{FB4F432A-9457-4EBE-BC05-912150F155C4}" srcOrd="3" destOrd="0" parTransId="{3344E8C3-BAA1-4D7C-BB2C-A6D064BDDD5E}" sibTransId="{2716A090-0974-4FB3-9A5D-86AAC0637399}"/>
    <dgm:cxn modelId="{6BFE9A5E-5ECC-47A6-A2D3-77A45DAC3AE3}" srcId="{4C93F49E-8F8B-4BAA-B135-F43CF0833967}" destId="{033E4FFA-6077-4003-AE84-AC7C1E67E47B}" srcOrd="1" destOrd="0" parTransId="{AD19EC05-68AD-4618-9335-BF79CDB2B9C6}" sibTransId="{D0887B74-323B-42CB-AE59-FE387BFECA46}"/>
    <dgm:cxn modelId="{86836465-86B8-458B-B80D-24BEBE536B22}" srcId="{4C93F49E-8F8B-4BAA-B135-F43CF0833967}" destId="{6F7A97D3-F90E-4354-91CF-23D094720621}" srcOrd="2" destOrd="0" parTransId="{CB3DFC14-A9D0-40E1-9376-254280A2F54C}" sibTransId="{220F9623-670B-42B0-B141-AD985C31FF15}"/>
    <dgm:cxn modelId="{811EAD6C-AAB4-4865-83B3-CD9F9ABC6D45}" type="presOf" srcId="{033E4FFA-6077-4003-AE84-AC7C1E67E47B}" destId="{C50D664E-C48B-4DA5-8FC7-A59A99064900}" srcOrd="0" destOrd="0" presId="urn:microsoft.com/office/officeart/2005/8/layout/default"/>
    <dgm:cxn modelId="{A5557692-FFD3-4859-B599-7F6CE8751323}" type="presOf" srcId="{2FEA9908-6EE7-4B73-9C1A-11F434160587}" destId="{D5CC0DCD-DB46-4A68-AD65-7E16545BD36E}" srcOrd="0" destOrd="0" presId="urn:microsoft.com/office/officeart/2005/8/layout/default"/>
    <dgm:cxn modelId="{7DA11394-EE2B-427F-A7DC-966826609A2F}" srcId="{4C93F49E-8F8B-4BAA-B135-F43CF0833967}" destId="{2FEA9908-6EE7-4B73-9C1A-11F434160587}" srcOrd="0" destOrd="0" parTransId="{4E168862-902E-452A-AACA-7C0C32B783F5}" sibTransId="{7A215DB8-0DC9-45BB-B2F0-316A32665DE8}"/>
    <dgm:cxn modelId="{39E7A8A2-1C76-422F-8DB4-F12805979D58}" type="presOf" srcId="{6F7A97D3-F90E-4354-91CF-23D094720621}" destId="{AEF6BC46-0CC0-4465-A805-EE7EC2E3E145}" srcOrd="0" destOrd="0" presId="urn:microsoft.com/office/officeart/2005/8/layout/default"/>
    <dgm:cxn modelId="{3F4F05CE-E18D-4D68-B679-0FDF3D3188C5}" type="presOf" srcId="{FB4F432A-9457-4EBE-BC05-912150F155C4}" destId="{23C671C4-5594-4335-98F5-03456FEB446C}" srcOrd="0" destOrd="0" presId="urn:microsoft.com/office/officeart/2005/8/layout/default"/>
    <dgm:cxn modelId="{A34D01D6-51ED-4928-925C-57495B493DA4}" type="presOf" srcId="{405BB120-1955-4A18-94AC-0D20100CA78C}" destId="{52F1F91A-5FCA-4509-B814-A78D55805D08}" srcOrd="0" destOrd="0" presId="urn:microsoft.com/office/officeart/2005/8/layout/default"/>
    <dgm:cxn modelId="{3882B2B4-3DFE-4E12-9CD0-14BDF2CABBA0}" type="presParOf" srcId="{40A2392D-CD29-40FF-A4AF-E83ACC72EEE2}" destId="{D5CC0DCD-DB46-4A68-AD65-7E16545BD36E}" srcOrd="0" destOrd="0" presId="urn:microsoft.com/office/officeart/2005/8/layout/default"/>
    <dgm:cxn modelId="{A92F6707-7581-4CF1-9375-DEE59C7A4A64}" type="presParOf" srcId="{40A2392D-CD29-40FF-A4AF-E83ACC72EEE2}" destId="{8350C3F3-12A4-4C28-A6EE-61FD9CEDEE91}" srcOrd="1" destOrd="0" presId="urn:microsoft.com/office/officeart/2005/8/layout/default"/>
    <dgm:cxn modelId="{95CA5552-4249-4A7B-8104-F839897BB3BC}" type="presParOf" srcId="{40A2392D-CD29-40FF-A4AF-E83ACC72EEE2}" destId="{C50D664E-C48B-4DA5-8FC7-A59A99064900}" srcOrd="2" destOrd="0" presId="urn:microsoft.com/office/officeart/2005/8/layout/default"/>
    <dgm:cxn modelId="{6CAFCB3F-E9A9-4C42-80C4-FEBC79E1C5AC}" type="presParOf" srcId="{40A2392D-CD29-40FF-A4AF-E83ACC72EEE2}" destId="{0C8C98C7-FC95-4847-9043-97BF4076CF45}" srcOrd="3" destOrd="0" presId="urn:microsoft.com/office/officeart/2005/8/layout/default"/>
    <dgm:cxn modelId="{12CC5E00-3DC9-4F9C-A292-277442FAFB3F}" type="presParOf" srcId="{40A2392D-CD29-40FF-A4AF-E83ACC72EEE2}" destId="{AEF6BC46-0CC0-4465-A805-EE7EC2E3E145}" srcOrd="4" destOrd="0" presId="urn:microsoft.com/office/officeart/2005/8/layout/default"/>
    <dgm:cxn modelId="{F52426FA-2225-42E7-AC14-BFB4B5A7160F}" type="presParOf" srcId="{40A2392D-CD29-40FF-A4AF-E83ACC72EEE2}" destId="{CE2B7064-C413-4C7B-BD78-87709325DE09}" srcOrd="5" destOrd="0" presId="urn:microsoft.com/office/officeart/2005/8/layout/default"/>
    <dgm:cxn modelId="{5D849873-E4A2-4DE2-95A2-F191C0BFE03E}" type="presParOf" srcId="{40A2392D-CD29-40FF-A4AF-E83ACC72EEE2}" destId="{23C671C4-5594-4335-98F5-03456FEB446C}" srcOrd="6" destOrd="0" presId="urn:microsoft.com/office/officeart/2005/8/layout/default"/>
    <dgm:cxn modelId="{F8FE9F09-F5EA-4C88-B52B-008415481A3D}" type="presParOf" srcId="{40A2392D-CD29-40FF-A4AF-E83ACC72EEE2}" destId="{07F8AD14-C8D4-4B1C-9C65-1C97BD5E51C3}" srcOrd="7" destOrd="0" presId="urn:microsoft.com/office/officeart/2005/8/layout/default"/>
    <dgm:cxn modelId="{3121E821-FDA9-4730-B9D8-C3E2E8345E6E}" type="presParOf" srcId="{40A2392D-CD29-40FF-A4AF-E83ACC72EEE2}" destId="{52F1F91A-5FCA-4509-B814-A78D55805D0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68B6B8-2769-43E8-893C-E811B4F53798}">
      <dsp:nvSpPr>
        <dsp:cNvPr id="0" name=""/>
        <dsp:cNvSpPr/>
      </dsp:nvSpPr>
      <dsp:spPr>
        <a:xfrm>
          <a:off x="0" y="615781"/>
          <a:ext cx="629907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2">
              <a:lumMod val="40000"/>
              <a:lumOff val="60000"/>
            </a:schemeClr>
          </a:solidFill>
          <a:prstDash val="solid"/>
        </a:ln>
        <a:effectLst>
          <a:innerShdw blurRad="63500" dist="50800" dir="162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Digital Token &amp; Smart Queue – Reduces waiting and overcrowding.</a:t>
          </a:r>
        </a:p>
      </dsp:txBody>
      <dsp:txXfrm>
        <a:off x="18734" y="634515"/>
        <a:ext cx="6261605" cy="346292"/>
      </dsp:txXfrm>
    </dsp:sp>
    <dsp:sp modelId="{EA98325B-EDCA-4168-854A-8166602525AE}">
      <dsp:nvSpPr>
        <dsp:cNvPr id="0" name=""/>
        <dsp:cNvSpPr/>
      </dsp:nvSpPr>
      <dsp:spPr>
        <a:xfrm>
          <a:off x="0" y="1125002"/>
          <a:ext cx="629907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2">
              <a:lumMod val="40000"/>
              <a:lumOff val="60000"/>
            </a:schemeClr>
          </a:solidFill>
          <a:prstDash val="solid"/>
        </a:ln>
        <a:effectLst>
          <a:innerShdw blurRad="63500" dist="50800" dir="162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Real-Time Updates – Centre schedules, capacity &amp; queue status.</a:t>
          </a:r>
        </a:p>
      </dsp:txBody>
      <dsp:txXfrm>
        <a:off x="18734" y="1143736"/>
        <a:ext cx="6261605" cy="346292"/>
      </dsp:txXfrm>
    </dsp:sp>
    <dsp:sp modelId="{A8DBFB0B-D010-4F7D-A3EF-EE286298AE01}">
      <dsp:nvSpPr>
        <dsp:cNvPr id="0" name=""/>
        <dsp:cNvSpPr/>
      </dsp:nvSpPr>
      <dsp:spPr>
        <a:xfrm>
          <a:off x="0" y="1676399"/>
          <a:ext cx="629907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2">
              <a:lumMod val="40000"/>
              <a:lumOff val="60000"/>
            </a:schemeClr>
          </a:solidFill>
          <a:prstDash val="solid"/>
        </a:ln>
        <a:effectLst>
          <a:innerShdw blurRad="63500" dist="50800" dir="162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End-to-End Tracking – Registration to produce acceptance and    payment.</a:t>
          </a:r>
        </a:p>
      </dsp:txBody>
      <dsp:txXfrm>
        <a:off x="18734" y="1695133"/>
        <a:ext cx="6261605" cy="346292"/>
      </dsp:txXfrm>
    </dsp:sp>
    <dsp:sp modelId="{151E117A-786A-4A04-8687-C1AF0217BB13}">
      <dsp:nvSpPr>
        <dsp:cNvPr id="0" name=""/>
        <dsp:cNvSpPr/>
      </dsp:nvSpPr>
      <dsp:spPr>
        <a:xfrm>
          <a:off x="0" y="2209799"/>
          <a:ext cx="629907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2">
              <a:lumMod val="40000"/>
              <a:lumOff val="60000"/>
            </a:schemeClr>
          </a:solidFill>
          <a:prstDash val="solid"/>
        </a:ln>
        <a:effectLst>
          <a:innerShdw blurRad="63500" dist="50800" dir="162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Multilingual Voice/SMS Alerts – Accessible to all farmers.</a:t>
          </a:r>
        </a:p>
      </dsp:txBody>
      <dsp:txXfrm>
        <a:off x="18734" y="2228533"/>
        <a:ext cx="6261605" cy="346292"/>
      </dsp:txXfrm>
    </dsp:sp>
    <dsp:sp modelId="{54BC1C9D-1F0F-4067-B0A5-560F46EF6F0B}">
      <dsp:nvSpPr>
        <dsp:cNvPr id="0" name=""/>
        <dsp:cNvSpPr/>
      </dsp:nvSpPr>
      <dsp:spPr>
        <a:xfrm>
          <a:off x="0" y="2716430"/>
          <a:ext cx="629907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2">
              <a:lumMod val="40000"/>
              <a:lumOff val="60000"/>
            </a:schemeClr>
          </a:solidFill>
          <a:prstDash val="solid"/>
        </a:ln>
        <a:effectLst>
          <a:innerShdw blurRad="63500" dist="50800" dir="162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Official Dashboard – Helps manage capacity and resolve delays.</a:t>
          </a:r>
        </a:p>
      </dsp:txBody>
      <dsp:txXfrm>
        <a:off x="18734" y="2735164"/>
        <a:ext cx="6261605" cy="346292"/>
      </dsp:txXfrm>
    </dsp:sp>
    <dsp:sp modelId="{CCE3E892-2351-4B2B-9A84-6CC4FBD74141}">
      <dsp:nvSpPr>
        <dsp:cNvPr id="0" name=""/>
        <dsp:cNvSpPr/>
      </dsp:nvSpPr>
      <dsp:spPr>
        <a:xfrm>
          <a:off x="0" y="3208915"/>
          <a:ext cx="629907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2">
              <a:lumMod val="40000"/>
              <a:lumOff val="60000"/>
            </a:schemeClr>
          </a:solidFill>
          <a:prstDash val="solid"/>
        </a:ln>
        <a:effectLst>
          <a:innerShdw blurRad="63500" dist="50800" dir="162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Transparent System – Farmers can track every stage independently.</a:t>
          </a:r>
        </a:p>
      </dsp:txBody>
      <dsp:txXfrm>
        <a:off x="18734" y="3227649"/>
        <a:ext cx="6261605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6B53A-E213-478F-9E19-D13A1894097E}">
      <dsp:nvSpPr>
        <dsp:cNvPr id="0" name=""/>
        <dsp:cNvSpPr/>
      </dsp:nvSpPr>
      <dsp:spPr>
        <a:xfrm>
          <a:off x="0" y="0"/>
          <a:ext cx="6654066" cy="12169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“A  multilingual  digital  platform  that  simplifies  government  crop procurement by enabling farmers to book tokens, check schedules, track procurement and payments, and receive real-time updates reducing waiting time, travel, and uncertainty.”</a:t>
          </a:r>
          <a:endParaRPr lang="en-IN" sz="1800" kern="1200" dirty="0"/>
        </a:p>
      </dsp:txBody>
      <dsp:txXfrm>
        <a:off x="59404" y="59404"/>
        <a:ext cx="6535258" cy="10980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73A4A9-E465-45F8-9DE5-7FAAF80D456C}">
      <dsp:nvSpPr>
        <dsp:cNvPr id="0" name=""/>
        <dsp:cNvSpPr/>
      </dsp:nvSpPr>
      <dsp:spPr>
        <a:xfrm>
          <a:off x="0" y="1506470"/>
          <a:ext cx="5360116" cy="490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Time saved</a:t>
          </a:r>
          <a:r>
            <a:rPr lang="en-US" sz="1600" kern="1200" dirty="0"/>
            <a:t>: Farmers spend far less time waiting, thanks to token booking and real-time queue updates.</a:t>
          </a:r>
          <a:endParaRPr lang="en-IN" sz="1600" kern="1200" dirty="0"/>
        </a:p>
      </dsp:txBody>
      <dsp:txXfrm>
        <a:off x="245221" y="1506470"/>
        <a:ext cx="4869675" cy="490441"/>
      </dsp:txXfrm>
    </dsp:sp>
    <dsp:sp modelId="{0F69BA36-79DA-4DF4-B5DA-F3CE16C9F219}">
      <dsp:nvSpPr>
        <dsp:cNvPr id="0" name=""/>
        <dsp:cNvSpPr/>
      </dsp:nvSpPr>
      <dsp:spPr>
        <a:xfrm>
          <a:off x="0" y="2065573"/>
          <a:ext cx="5365511" cy="490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Reduced travel</a:t>
          </a:r>
          <a:r>
            <a:rPr lang="en-IN" sz="1600" kern="1200"/>
            <a:t>: Checking schedules and availability beforehand cuts down unnecessary trips to centres.</a:t>
          </a:r>
        </a:p>
      </dsp:txBody>
      <dsp:txXfrm>
        <a:off x="245221" y="2065573"/>
        <a:ext cx="4875070" cy="490441"/>
      </dsp:txXfrm>
    </dsp:sp>
    <dsp:sp modelId="{27EB05A5-E35A-4BF9-A1F7-3E16EEF4A442}">
      <dsp:nvSpPr>
        <dsp:cNvPr id="0" name=""/>
        <dsp:cNvSpPr/>
      </dsp:nvSpPr>
      <dsp:spPr>
        <a:xfrm>
          <a:off x="0" y="2624676"/>
          <a:ext cx="5371249" cy="490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Transparency</a:t>
          </a:r>
          <a:r>
            <a:rPr lang="en-IN" sz="1600" kern="1200" dirty="0"/>
            <a:t>: Clear visibility into schedules, tokens, and payments builds farmer trust in the system.</a:t>
          </a:r>
        </a:p>
      </dsp:txBody>
      <dsp:txXfrm>
        <a:off x="245221" y="2624676"/>
        <a:ext cx="4880808" cy="490441"/>
      </dsp:txXfrm>
    </dsp:sp>
    <dsp:sp modelId="{9AC12A95-2D08-4400-B498-4E27D376D63E}">
      <dsp:nvSpPr>
        <dsp:cNvPr id="0" name=""/>
        <dsp:cNvSpPr/>
      </dsp:nvSpPr>
      <dsp:spPr>
        <a:xfrm>
          <a:off x="17325" y="3163852"/>
          <a:ext cx="5376999" cy="490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Faster payments</a:t>
          </a:r>
          <a:r>
            <a:rPr lang="en-IN" sz="1600" kern="1200" dirty="0"/>
            <a:t>: Real-time tracking from registration to payment reduces delays and uncertainty.</a:t>
          </a:r>
        </a:p>
      </dsp:txBody>
      <dsp:txXfrm>
        <a:off x="262546" y="3163852"/>
        <a:ext cx="4886558" cy="490441"/>
      </dsp:txXfrm>
    </dsp:sp>
    <dsp:sp modelId="{D7670293-03E4-49FD-95D7-04F072BEDE88}">
      <dsp:nvSpPr>
        <dsp:cNvPr id="0" name=""/>
        <dsp:cNvSpPr/>
      </dsp:nvSpPr>
      <dsp:spPr>
        <a:xfrm>
          <a:off x="0" y="3742882"/>
          <a:ext cx="5382762" cy="490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Social</a:t>
          </a:r>
          <a:r>
            <a:rPr lang="en-IN" sz="1600" kern="1200" dirty="0"/>
            <a:t>: Builds trust in government procurement and ensures fair, equal access for all farmers.</a:t>
          </a:r>
        </a:p>
      </dsp:txBody>
      <dsp:txXfrm>
        <a:off x="245221" y="3742882"/>
        <a:ext cx="4892321" cy="490441"/>
      </dsp:txXfrm>
    </dsp:sp>
    <dsp:sp modelId="{52C211AE-172F-46DC-A866-C9C6C29ACEAD}">
      <dsp:nvSpPr>
        <dsp:cNvPr id="0" name=""/>
        <dsp:cNvSpPr/>
      </dsp:nvSpPr>
      <dsp:spPr>
        <a:xfrm>
          <a:off x="0" y="4301985"/>
          <a:ext cx="5388537" cy="490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Economic</a:t>
          </a:r>
          <a:r>
            <a:rPr lang="en-IN" sz="1600" kern="1200"/>
            <a:t>: Saves travel costs, reduces crop losses, and speeds up farmer payments.</a:t>
          </a:r>
        </a:p>
      </dsp:txBody>
      <dsp:txXfrm>
        <a:off x="245221" y="4301985"/>
        <a:ext cx="4898096" cy="490441"/>
      </dsp:txXfrm>
    </dsp:sp>
    <dsp:sp modelId="{D2ED755A-5761-4A48-9D19-0A39CFE79B19}">
      <dsp:nvSpPr>
        <dsp:cNvPr id="0" name=""/>
        <dsp:cNvSpPr/>
      </dsp:nvSpPr>
      <dsp:spPr>
        <a:xfrm>
          <a:off x="0" y="4861087"/>
          <a:ext cx="5394324" cy="490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Environmental</a:t>
          </a:r>
          <a:r>
            <a:rPr lang="en-IN" sz="1600" kern="1200" dirty="0"/>
            <a:t>: Fewer unnecessary trips mean less fuel use; better planning reduces produce wastage.</a:t>
          </a:r>
        </a:p>
      </dsp:txBody>
      <dsp:txXfrm>
        <a:off x="245221" y="4861087"/>
        <a:ext cx="4903883" cy="4904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CC0DCD-DB46-4A68-AD65-7E16545BD36E}">
      <dsp:nvSpPr>
        <dsp:cNvPr id="0" name=""/>
        <dsp:cNvSpPr/>
      </dsp:nvSpPr>
      <dsp:spPr>
        <a:xfrm>
          <a:off x="0" y="51938"/>
          <a:ext cx="3591718" cy="215503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sng" kern="1200" dirty="0">
              <a:solidFill>
                <a:schemeClr val="tx1"/>
              </a:solidFill>
              <a:uFillTx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Registration for Crop Procurement</a:t>
          </a:r>
          <a:r>
            <a:rPr lang="en-IN" sz="1400" b="0" i="0" kern="1200" dirty="0">
              <a:solidFill>
                <a:schemeClr val="tx1"/>
              </a:solidFill>
            </a:rPr>
            <a:t>: Provides online registration schemes for landholding farmers selling crops at minimum support prices. </a:t>
          </a:r>
          <a:r>
            <a:rPr lang="en-IN" sz="1400" b="0" i="0" u="sng" kern="1200" dirty="0">
              <a:solidFill>
                <a:schemeClr val="tx1"/>
              </a:solidFill>
              <a:uFillTx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https://www.myscheme.gov.in/schemes/rfcp</a:t>
          </a:r>
          <a:endParaRPr lang="en-IN" sz="1400" kern="1200" dirty="0">
            <a:solidFill>
              <a:schemeClr val="tx1"/>
            </a:solidFill>
          </a:endParaRPr>
        </a:p>
      </dsp:txBody>
      <dsp:txXfrm>
        <a:off x="0" y="51938"/>
        <a:ext cx="3591718" cy="2155031"/>
      </dsp:txXfrm>
    </dsp:sp>
    <dsp:sp modelId="{C50D664E-C48B-4DA5-8FC7-A59A99064900}">
      <dsp:nvSpPr>
        <dsp:cNvPr id="0" name=""/>
        <dsp:cNvSpPr/>
      </dsp:nvSpPr>
      <dsp:spPr>
        <a:xfrm>
          <a:off x="3950890" y="51938"/>
          <a:ext cx="3591718" cy="215503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sng" kern="1200">
              <a:solidFill>
                <a:schemeClr val="tx1"/>
              </a:solidFill>
              <a:uFillTx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Central Foodgrains Procurement Portal</a:t>
          </a:r>
          <a:r>
            <a:rPr lang="en-IN" sz="1400" b="0" i="0" kern="1200">
              <a:solidFill>
                <a:schemeClr val="tx1"/>
              </a:solidFill>
            </a:rPr>
            <a:t>: Tracks real-time grain procurement statistics, active center operations, weighing logs, and payment disbursements centrally. </a:t>
          </a:r>
          <a:r>
            <a:rPr lang="en-IN" sz="1400" b="0" i="0" u="sng" kern="1200">
              <a:solidFill>
                <a:schemeClr val="tx1"/>
              </a:solidFill>
              <a:uFillTx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https://cfpp.nic.in/</a:t>
          </a:r>
          <a:endParaRPr lang="en-IN" sz="1400" kern="1200">
            <a:solidFill>
              <a:schemeClr val="tx1"/>
            </a:solidFill>
          </a:endParaRPr>
        </a:p>
      </dsp:txBody>
      <dsp:txXfrm>
        <a:off x="3950890" y="51938"/>
        <a:ext cx="3591718" cy="2155031"/>
      </dsp:txXfrm>
    </dsp:sp>
    <dsp:sp modelId="{AEF6BC46-0CC0-4465-A805-EE7EC2E3E145}">
      <dsp:nvSpPr>
        <dsp:cNvPr id="0" name=""/>
        <dsp:cNvSpPr/>
      </dsp:nvSpPr>
      <dsp:spPr>
        <a:xfrm>
          <a:off x="7901781" y="51938"/>
          <a:ext cx="3591718" cy="215503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sng" kern="1200">
              <a:solidFill>
                <a:schemeClr val="tx1"/>
              </a:solidFill>
              <a:uFillTx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e-Samridhi Platform</a:t>
          </a:r>
          <a:r>
            <a:rPr lang="en-IN" sz="1400" b="0" i="0" kern="1200">
              <a:solidFill>
                <a:schemeClr val="tx1"/>
              </a:solidFill>
            </a:rPr>
            <a:t>: Integrates procurement records, inventory lot numbering, and direct benefit transfers through the Public Financial Management System. </a:t>
          </a:r>
          <a:r>
            <a:rPr lang="en-IN" sz="1400" b="0" i="0" u="sng" kern="1200">
              <a:solidFill>
                <a:schemeClr val="tx1"/>
              </a:solidFill>
              <a:uFillTx/>
              <a:hlinkClick xmlns:r="http://schemas.openxmlformats.org/officeDocument/2006/relationships"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https://esamridhi.in/</a:t>
          </a:r>
          <a:endParaRPr lang="en-IN" sz="1400" kern="1200">
            <a:solidFill>
              <a:schemeClr val="tx1"/>
            </a:solidFill>
          </a:endParaRPr>
        </a:p>
      </dsp:txBody>
      <dsp:txXfrm>
        <a:off x="7901781" y="51938"/>
        <a:ext cx="3591718" cy="2155031"/>
      </dsp:txXfrm>
    </dsp:sp>
    <dsp:sp modelId="{23C671C4-5594-4335-98F5-03456FEB446C}">
      <dsp:nvSpPr>
        <dsp:cNvPr id="0" name=""/>
        <dsp:cNvSpPr/>
      </dsp:nvSpPr>
      <dsp:spPr>
        <a:xfrm>
          <a:off x="1975445" y="2566141"/>
          <a:ext cx="3591718" cy="215503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sng" kern="1200" dirty="0">
              <a:solidFill>
                <a:schemeClr val="tx1"/>
              </a:solidFill>
              <a:uFillTx/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Digital Agriculture Mission 2024</a:t>
          </a:r>
          <a:r>
            <a:rPr lang="en-IN" sz="1400" b="0" i="0" kern="1200" dirty="0">
              <a:solidFill>
                <a:schemeClr val="tx1"/>
              </a:solidFill>
            </a:rPr>
            <a:t>: </a:t>
          </a:r>
          <a:r>
            <a:rPr lang="en-IN" sz="1400" b="0" i="0" kern="1200" dirty="0" err="1">
              <a:solidFill>
                <a:schemeClr val="tx1"/>
              </a:solidFill>
            </a:rPr>
            <a:t>Analyzes</a:t>
          </a:r>
          <a:r>
            <a:rPr lang="en-IN" sz="1400" b="0" i="0" kern="1200" dirty="0">
              <a:solidFill>
                <a:schemeClr val="tx1"/>
              </a:solidFill>
            </a:rPr>
            <a:t> digital infrastructure like </a:t>
          </a:r>
          <a:r>
            <a:rPr lang="en-IN" sz="1400" b="0" i="0" kern="1200" dirty="0" err="1">
              <a:solidFill>
                <a:schemeClr val="tx1"/>
              </a:solidFill>
            </a:rPr>
            <a:t>AgriStack</a:t>
          </a:r>
          <a:r>
            <a:rPr lang="en-IN" sz="1400" b="0" i="0" kern="1200" dirty="0">
              <a:solidFill>
                <a:schemeClr val="tx1"/>
              </a:solidFill>
            </a:rPr>
            <a:t> that links farmer IDs with digitized land records to validate yield limits.</a:t>
          </a:r>
          <a:r>
            <a:rPr lang="en-IN" sz="1400" b="0" i="0" u="none" kern="1200" dirty="0">
              <a:solidFill>
                <a:schemeClr val="tx1"/>
              </a:solidFill>
              <a:hlinkClick xmlns:r="http://schemas.openxmlformats.org/officeDocument/2006/relationships"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IN" sz="1400" b="0" i="0" u="sng" kern="1200" dirty="0">
              <a:solidFill>
                <a:schemeClr val="tx1"/>
              </a:solidFill>
              <a:uFillTx/>
              <a:hlinkClick xmlns:r="http://schemas.openxmlformats.org/officeDocument/2006/relationships"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https://www.impriindia.com/insights/policy-update/digital-agriculture-mission-2024-building-indias-digital-farming-infrastructure/</a:t>
          </a:r>
          <a:endParaRPr lang="en-IN" sz="1400" kern="1200" dirty="0">
            <a:solidFill>
              <a:schemeClr val="tx1"/>
            </a:solidFill>
          </a:endParaRPr>
        </a:p>
      </dsp:txBody>
      <dsp:txXfrm>
        <a:off x="1975445" y="2566141"/>
        <a:ext cx="3591718" cy="2155031"/>
      </dsp:txXfrm>
    </dsp:sp>
    <dsp:sp modelId="{52F1F91A-5FCA-4509-B814-A78D55805D08}">
      <dsp:nvSpPr>
        <dsp:cNvPr id="0" name=""/>
        <dsp:cNvSpPr/>
      </dsp:nvSpPr>
      <dsp:spPr>
        <a:xfrm>
          <a:off x="5926335" y="2566141"/>
          <a:ext cx="3591718" cy="2155031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sng" kern="1200">
              <a:solidFill>
                <a:schemeClr val="tx1"/>
              </a:solidFill>
              <a:uFillTx/>
              <a:hlinkClick xmlns:r="http://schemas.openxmlformats.org/officeDocument/2006/relationships"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Wheat Procurement Slot Booking</a:t>
          </a:r>
          <a:r>
            <a:rPr lang="en-IN" sz="1400" b="0" i="0" kern="1200">
              <a:solidFill>
                <a:schemeClr val="tx1"/>
              </a:solidFill>
            </a:rPr>
            <a:t>: Details online self-scheduling slot reservation systems that replace SMS alerts to reduce market overcrowding and wait times. </a:t>
          </a:r>
          <a:r>
            <a:rPr lang="en-IN" sz="1400" b="0" i="0" u="sng" kern="1200">
              <a:solidFill>
                <a:schemeClr val="tx1"/>
              </a:solidFill>
              <a:uFillTx/>
              <a:hlinkClick xmlns:r="http://schemas.openxmlformats.org/officeDocument/2006/relationships"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https://www.cmv360.com/news/wheat-procurement-msp-now-farmers-require-slot-booking</a:t>
          </a:r>
          <a:endParaRPr lang="en-IN" sz="1400" kern="1200">
            <a:solidFill>
              <a:schemeClr val="tx1"/>
            </a:solidFill>
          </a:endParaRPr>
        </a:p>
      </dsp:txBody>
      <dsp:txXfrm>
        <a:off x="5926335" y="2566141"/>
        <a:ext cx="3591718" cy="2155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110" dirty="0"/>
              <a:t>@SIH</a:t>
            </a:r>
            <a:r>
              <a:rPr spc="-65" dirty="0"/>
              <a:t> </a:t>
            </a:r>
            <a:r>
              <a:rPr spc="-145" dirty="0"/>
              <a:t>Idea</a:t>
            </a:r>
            <a:r>
              <a:rPr spc="-70" dirty="0"/>
              <a:t> </a:t>
            </a:r>
            <a:r>
              <a:rPr spc="-105" dirty="0"/>
              <a:t>submission-</a:t>
            </a:r>
            <a:r>
              <a:rPr spc="-65" dirty="0"/>
              <a:t> </a:t>
            </a:r>
            <a:r>
              <a:rPr spc="-1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110" dirty="0"/>
              <a:t>@SIH</a:t>
            </a:r>
            <a:r>
              <a:rPr spc="-65" dirty="0"/>
              <a:t> </a:t>
            </a:r>
            <a:r>
              <a:rPr spc="-145" dirty="0"/>
              <a:t>Idea</a:t>
            </a:r>
            <a:r>
              <a:rPr spc="-70" dirty="0"/>
              <a:t> </a:t>
            </a:r>
            <a:r>
              <a:rPr spc="-105" dirty="0"/>
              <a:t>submission-</a:t>
            </a:r>
            <a:r>
              <a:rPr spc="-65" dirty="0"/>
              <a:t> </a:t>
            </a:r>
            <a:r>
              <a:rPr spc="-1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110" dirty="0"/>
              <a:t>@SIH</a:t>
            </a:r>
            <a:r>
              <a:rPr spc="-65" dirty="0"/>
              <a:t> </a:t>
            </a:r>
            <a:r>
              <a:rPr spc="-145" dirty="0"/>
              <a:t>Idea</a:t>
            </a:r>
            <a:r>
              <a:rPr spc="-70" dirty="0"/>
              <a:t> </a:t>
            </a:r>
            <a:r>
              <a:rPr spc="-105" dirty="0"/>
              <a:t>submission-</a:t>
            </a:r>
            <a:r>
              <a:rPr spc="-65" dirty="0"/>
              <a:t> </a:t>
            </a:r>
            <a:r>
              <a:rPr spc="-1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110" dirty="0"/>
              <a:t>@SIH</a:t>
            </a:r>
            <a:r>
              <a:rPr spc="-65" dirty="0"/>
              <a:t> </a:t>
            </a:r>
            <a:r>
              <a:rPr spc="-145" dirty="0"/>
              <a:t>Idea</a:t>
            </a:r>
            <a:r>
              <a:rPr spc="-70" dirty="0"/>
              <a:t> </a:t>
            </a:r>
            <a:r>
              <a:rPr spc="-105" dirty="0"/>
              <a:t>submission-</a:t>
            </a:r>
            <a:r>
              <a:rPr spc="-65" dirty="0"/>
              <a:t> </a:t>
            </a:r>
            <a:r>
              <a:rPr spc="-1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110" dirty="0"/>
              <a:t>@SIH</a:t>
            </a:r>
            <a:r>
              <a:rPr spc="-65" dirty="0"/>
              <a:t> </a:t>
            </a:r>
            <a:r>
              <a:rPr spc="-145" dirty="0"/>
              <a:t>Idea</a:t>
            </a:r>
            <a:r>
              <a:rPr spc="-70" dirty="0"/>
              <a:t> </a:t>
            </a:r>
            <a:r>
              <a:rPr spc="-105" dirty="0"/>
              <a:t>submission-</a:t>
            </a:r>
            <a:r>
              <a:rPr spc="-65" dirty="0"/>
              <a:t> </a:t>
            </a:r>
            <a:r>
              <a:rPr spc="-1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7173"/>
            <a:ext cx="12189714" cy="47853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5079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0"/>
                </a:moveTo>
                <a:lnTo>
                  <a:pt x="0" y="0"/>
                </a:lnTo>
                <a:lnTo>
                  <a:pt x="0" y="502920"/>
                </a:lnTo>
                <a:lnTo>
                  <a:pt x="12192000" y="50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3802" y="152907"/>
            <a:ext cx="8119872" cy="96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9908" y="1513078"/>
            <a:ext cx="11493500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17235" y="6400596"/>
            <a:ext cx="1867534" cy="251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110" dirty="0"/>
              <a:t>@SIH</a:t>
            </a:r>
            <a:r>
              <a:rPr spc="-65" dirty="0"/>
              <a:t> </a:t>
            </a:r>
            <a:r>
              <a:rPr spc="-145" dirty="0"/>
              <a:t>Idea</a:t>
            </a:r>
            <a:r>
              <a:rPr spc="-70" dirty="0"/>
              <a:t> </a:t>
            </a:r>
            <a:r>
              <a:rPr spc="-105" dirty="0"/>
              <a:t>submission-</a:t>
            </a:r>
            <a:r>
              <a:rPr spc="-65" dirty="0"/>
              <a:t> </a:t>
            </a:r>
            <a:r>
              <a:rPr spc="-1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4119" y="6400596"/>
            <a:ext cx="167640" cy="251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microsoft.com/office/2007/relationships/diagramDrawing" Target="../diagrams/drawing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12" Type="http://schemas.openxmlformats.org/officeDocument/2006/relationships/diagramColors" Target="../diagrams/colors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diagramQuickStyle" Target="../diagrams/quickStyle2.xml"/><Relationship Id="rId5" Type="http://schemas.openxmlformats.org/officeDocument/2006/relationships/diagramColors" Target="../diagrams/colors1.xml"/><Relationship Id="rId10" Type="http://schemas.openxmlformats.org/officeDocument/2006/relationships/diagramLayout" Target="../diagrams/layout2.xml"/><Relationship Id="rId4" Type="http://schemas.openxmlformats.org/officeDocument/2006/relationships/diagramQuickStyle" Target="../diagrams/quickStyle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1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56" y="851153"/>
            <a:ext cx="4638675" cy="5156200"/>
            <a:chOff x="5657056" y="851153"/>
            <a:chExt cx="4638675" cy="5156200"/>
          </a:xfrm>
        </p:grpSpPr>
        <p:sp>
          <p:nvSpPr>
            <p:cNvPr id="3" name="object 3"/>
            <p:cNvSpPr/>
            <p:nvPr/>
          </p:nvSpPr>
          <p:spPr>
            <a:xfrm>
              <a:off x="5657056" y="851153"/>
              <a:ext cx="4638675" cy="5156200"/>
            </a:xfrm>
            <a:custGeom>
              <a:avLst/>
              <a:gdLst/>
              <a:ahLst/>
              <a:cxnLst/>
              <a:rect l="l" t="t" r="r" b="b"/>
              <a:pathLst>
                <a:path w="4638675" h="5156200">
                  <a:moveTo>
                    <a:pt x="1873154" y="0"/>
                  </a:moveTo>
                  <a:lnTo>
                    <a:pt x="1179861" y="0"/>
                  </a:lnTo>
                  <a:lnTo>
                    <a:pt x="1147262" y="5788"/>
                  </a:lnTo>
                  <a:lnTo>
                    <a:pt x="1092065" y="48702"/>
                  </a:lnTo>
                  <a:lnTo>
                    <a:pt x="1072038" y="83566"/>
                  </a:lnTo>
                  <a:lnTo>
                    <a:pt x="726217" y="881380"/>
                  </a:lnTo>
                  <a:lnTo>
                    <a:pt x="713573" y="920807"/>
                  </a:lnTo>
                  <a:lnTo>
                    <a:pt x="709361" y="962898"/>
                  </a:lnTo>
                  <a:lnTo>
                    <a:pt x="713573" y="1004949"/>
                  </a:lnTo>
                  <a:lnTo>
                    <a:pt x="726217" y="1044448"/>
                  </a:lnTo>
                  <a:lnTo>
                    <a:pt x="1072038" y="1842262"/>
                  </a:lnTo>
                  <a:lnTo>
                    <a:pt x="1092120" y="1877091"/>
                  </a:lnTo>
                  <a:lnTo>
                    <a:pt x="1118520" y="1903857"/>
                  </a:lnTo>
                  <a:lnTo>
                    <a:pt x="786923" y="2668651"/>
                  </a:lnTo>
                  <a:lnTo>
                    <a:pt x="769379" y="2714503"/>
                  </a:lnTo>
                  <a:lnTo>
                    <a:pt x="756848" y="2762678"/>
                  </a:lnTo>
                  <a:lnTo>
                    <a:pt x="749329" y="2812401"/>
                  </a:lnTo>
                  <a:lnTo>
                    <a:pt x="746823" y="2862897"/>
                  </a:lnTo>
                  <a:lnTo>
                    <a:pt x="749329" y="2913393"/>
                  </a:lnTo>
                  <a:lnTo>
                    <a:pt x="756848" y="2963116"/>
                  </a:lnTo>
                  <a:lnTo>
                    <a:pt x="769379" y="3011291"/>
                  </a:lnTo>
                  <a:lnTo>
                    <a:pt x="786923" y="3057144"/>
                  </a:lnTo>
                  <a:lnTo>
                    <a:pt x="1610518" y="4956733"/>
                  </a:lnTo>
                  <a:lnTo>
                    <a:pt x="1635959" y="5006535"/>
                  </a:lnTo>
                  <a:lnTo>
                    <a:pt x="1666079" y="5050039"/>
                  </a:lnTo>
                  <a:lnTo>
                    <a:pt x="1700315" y="5086748"/>
                  </a:lnTo>
                  <a:lnTo>
                    <a:pt x="1738106" y="5116165"/>
                  </a:lnTo>
                  <a:lnTo>
                    <a:pt x="1778890" y="5137793"/>
                  </a:lnTo>
                  <a:lnTo>
                    <a:pt x="1822103" y="5151134"/>
                  </a:lnTo>
                  <a:lnTo>
                    <a:pt x="1867185" y="5155692"/>
                  </a:lnTo>
                  <a:lnTo>
                    <a:pt x="3517931" y="5155692"/>
                  </a:lnTo>
                  <a:lnTo>
                    <a:pt x="3561883" y="5151134"/>
                  </a:lnTo>
                  <a:lnTo>
                    <a:pt x="3604589" y="5137793"/>
                  </a:lnTo>
                  <a:lnTo>
                    <a:pt x="3645237" y="5116165"/>
                  </a:lnTo>
                  <a:lnTo>
                    <a:pt x="3683018" y="5086748"/>
                  </a:lnTo>
                  <a:lnTo>
                    <a:pt x="3717119" y="5050039"/>
                  </a:lnTo>
                  <a:lnTo>
                    <a:pt x="3746731" y="5006535"/>
                  </a:lnTo>
                  <a:lnTo>
                    <a:pt x="3771042" y="4956733"/>
                  </a:lnTo>
                  <a:lnTo>
                    <a:pt x="4598193" y="3057144"/>
                  </a:lnTo>
                  <a:lnTo>
                    <a:pt x="4615737" y="3011291"/>
                  </a:lnTo>
                  <a:lnTo>
                    <a:pt x="4628268" y="2963116"/>
                  </a:lnTo>
                  <a:lnTo>
                    <a:pt x="4635787" y="2913393"/>
                  </a:lnTo>
                  <a:lnTo>
                    <a:pt x="4638294" y="2862897"/>
                  </a:lnTo>
                  <a:lnTo>
                    <a:pt x="4635787" y="2812401"/>
                  </a:lnTo>
                  <a:lnTo>
                    <a:pt x="4628268" y="2762678"/>
                  </a:lnTo>
                  <a:lnTo>
                    <a:pt x="4615737" y="2714503"/>
                  </a:lnTo>
                  <a:lnTo>
                    <a:pt x="4598193" y="2668651"/>
                  </a:lnTo>
                  <a:lnTo>
                    <a:pt x="4270640" y="1916430"/>
                  </a:lnTo>
                  <a:lnTo>
                    <a:pt x="1176940" y="1916430"/>
                  </a:lnTo>
                  <a:lnTo>
                    <a:pt x="1168608" y="1916054"/>
                  </a:lnTo>
                  <a:lnTo>
                    <a:pt x="1160383" y="1914953"/>
                  </a:lnTo>
                  <a:lnTo>
                    <a:pt x="1152276" y="1913161"/>
                  </a:lnTo>
                  <a:lnTo>
                    <a:pt x="1144301" y="1910715"/>
                  </a:lnTo>
                  <a:lnTo>
                    <a:pt x="1124997" y="1899920"/>
                  </a:lnTo>
                  <a:lnTo>
                    <a:pt x="1168685" y="1799336"/>
                  </a:lnTo>
                  <a:lnTo>
                    <a:pt x="1163986" y="1796669"/>
                  </a:lnTo>
                  <a:lnTo>
                    <a:pt x="1131839" y="1758807"/>
                  </a:lnTo>
                  <a:lnTo>
                    <a:pt x="817022" y="1035177"/>
                  </a:lnTo>
                  <a:lnTo>
                    <a:pt x="802068" y="962898"/>
                  </a:lnTo>
                  <a:lnTo>
                    <a:pt x="805807" y="925574"/>
                  </a:lnTo>
                  <a:lnTo>
                    <a:pt x="1123600" y="183388"/>
                  </a:lnTo>
                  <a:lnTo>
                    <a:pt x="1163939" y="129111"/>
                  </a:lnTo>
                  <a:lnTo>
                    <a:pt x="1219231" y="109220"/>
                  </a:lnTo>
                  <a:lnTo>
                    <a:pt x="1990625" y="109220"/>
                  </a:lnTo>
                  <a:lnTo>
                    <a:pt x="1979453" y="83566"/>
                  </a:lnTo>
                  <a:lnTo>
                    <a:pt x="1960112" y="48702"/>
                  </a:lnTo>
                  <a:lnTo>
                    <a:pt x="1934733" y="22399"/>
                  </a:lnTo>
                  <a:lnTo>
                    <a:pt x="1905140" y="5788"/>
                  </a:lnTo>
                  <a:lnTo>
                    <a:pt x="1873154" y="0"/>
                  </a:lnTo>
                  <a:close/>
                </a:path>
                <a:path w="4638675" h="5156200">
                  <a:moveTo>
                    <a:pt x="673639" y="3125597"/>
                  </a:moveTo>
                  <a:lnTo>
                    <a:pt x="272446" y="3125597"/>
                  </a:lnTo>
                  <a:lnTo>
                    <a:pt x="253539" y="3128942"/>
                  </a:lnTo>
                  <a:lnTo>
                    <a:pt x="221583" y="3153779"/>
                  </a:lnTo>
                  <a:lnTo>
                    <a:pt x="9810" y="3635756"/>
                  </a:lnTo>
                  <a:lnTo>
                    <a:pt x="0" y="3683000"/>
                  </a:lnTo>
                  <a:lnTo>
                    <a:pt x="2452" y="3707372"/>
                  </a:lnTo>
                  <a:lnTo>
                    <a:pt x="209962" y="4192016"/>
                  </a:lnTo>
                  <a:lnTo>
                    <a:pt x="236346" y="4227449"/>
                  </a:lnTo>
                  <a:lnTo>
                    <a:pt x="272446" y="4240403"/>
                  </a:lnTo>
                  <a:lnTo>
                    <a:pt x="673639" y="4240403"/>
                  </a:lnTo>
                  <a:lnTo>
                    <a:pt x="724003" y="4212220"/>
                  </a:lnTo>
                  <a:lnTo>
                    <a:pt x="936275" y="3730244"/>
                  </a:lnTo>
                  <a:lnTo>
                    <a:pt x="946086" y="3683000"/>
                  </a:lnTo>
                  <a:lnTo>
                    <a:pt x="943633" y="3658627"/>
                  </a:lnTo>
                  <a:lnTo>
                    <a:pt x="735234" y="3173984"/>
                  </a:lnTo>
                  <a:lnTo>
                    <a:pt x="709294" y="3138551"/>
                  </a:lnTo>
                  <a:lnTo>
                    <a:pt x="673639" y="3125597"/>
                  </a:lnTo>
                  <a:close/>
                </a:path>
                <a:path w="4638675" h="5156200">
                  <a:moveTo>
                    <a:pt x="3517931" y="570103"/>
                  </a:moveTo>
                  <a:lnTo>
                    <a:pt x="2192432" y="570103"/>
                  </a:lnTo>
                  <a:lnTo>
                    <a:pt x="2323877" y="871982"/>
                  </a:lnTo>
                  <a:lnTo>
                    <a:pt x="2336522" y="911482"/>
                  </a:lnTo>
                  <a:lnTo>
                    <a:pt x="2340737" y="953579"/>
                  </a:lnTo>
                  <a:lnTo>
                    <a:pt x="2336522" y="995676"/>
                  </a:lnTo>
                  <a:lnTo>
                    <a:pt x="2323877" y="1035177"/>
                  </a:lnTo>
                  <a:lnTo>
                    <a:pt x="1976532" y="1832864"/>
                  </a:lnTo>
                  <a:lnTo>
                    <a:pt x="1957191" y="1867727"/>
                  </a:lnTo>
                  <a:lnTo>
                    <a:pt x="1931812" y="1894030"/>
                  </a:lnTo>
                  <a:lnTo>
                    <a:pt x="1902089" y="1910715"/>
                  </a:lnTo>
                  <a:lnTo>
                    <a:pt x="1901814" y="1910715"/>
                  </a:lnTo>
                  <a:lnTo>
                    <a:pt x="1870233" y="1916430"/>
                  </a:lnTo>
                  <a:lnTo>
                    <a:pt x="4270640" y="1916430"/>
                  </a:lnTo>
                  <a:lnTo>
                    <a:pt x="3771042" y="769112"/>
                  </a:lnTo>
                  <a:lnTo>
                    <a:pt x="3746731" y="719299"/>
                  </a:lnTo>
                  <a:lnTo>
                    <a:pt x="3717119" y="675785"/>
                  </a:lnTo>
                  <a:lnTo>
                    <a:pt x="3683018" y="639066"/>
                  </a:lnTo>
                  <a:lnTo>
                    <a:pt x="3645237" y="609641"/>
                  </a:lnTo>
                  <a:lnTo>
                    <a:pt x="3604589" y="588007"/>
                  </a:lnTo>
                  <a:lnTo>
                    <a:pt x="3561883" y="574662"/>
                  </a:lnTo>
                  <a:lnTo>
                    <a:pt x="3517931" y="570103"/>
                  </a:lnTo>
                  <a:close/>
                </a:path>
                <a:path w="4638675" h="5156200">
                  <a:moveTo>
                    <a:pt x="2097563" y="570103"/>
                  </a:moveTo>
                  <a:lnTo>
                    <a:pt x="1867185" y="570103"/>
                  </a:lnTo>
                  <a:lnTo>
                    <a:pt x="1822103" y="574662"/>
                  </a:lnTo>
                  <a:lnTo>
                    <a:pt x="1778890" y="588007"/>
                  </a:lnTo>
                  <a:lnTo>
                    <a:pt x="1738106" y="609641"/>
                  </a:lnTo>
                  <a:lnTo>
                    <a:pt x="1700315" y="639066"/>
                  </a:lnTo>
                  <a:lnTo>
                    <a:pt x="1666079" y="675785"/>
                  </a:lnTo>
                  <a:lnTo>
                    <a:pt x="1635959" y="719299"/>
                  </a:lnTo>
                  <a:lnTo>
                    <a:pt x="1610518" y="769112"/>
                  </a:lnTo>
                  <a:lnTo>
                    <a:pt x="1167415" y="1790954"/>
                  </a:lnTo>
                  <a:lnTo>
                    <a:pt x="1182541" y="1799336"/>
                  </a:lnTo>
                  <a:lnTo>
                    <a:pt x="1216310" y="1807210"/>
                  </a:lnTo>
                  <a:lnTo>
                    <a:pt x="1830863" y="1807210"/>
                  </a:lnTo>
                  <a:lnTo>
                    <a:pt x="1885457" y="1787382"/>
                  </a:lnTo>
                  <a:lnTo>
                    <a:pt x="1925097" y="1733169"/>
                  </a:lnTo>
                  <a:lnTo>
                    <a:pt x="2233072" y="1025906"/>
                  </a:lnTo>
                  <a:lnTo>
                    <a:pt x="2248022" y="953579"/>
                  </a:lnTo>
                  <a:lnTo>
                    <a:pt x="2244288" y="916231"/>
                  </a:lnTo>
                  <a:lnTo>
                    <a:pt x="2233113" y="881380"/>
                  </a:lnTo>
                  <a:lnTo>
                    <a:pt x="2097563" y="570103"/>
                  </a:lnTo>
                  <a:close/>
                </a:path>
                <a:path w="4638675" h="5156200">
                  <a:moveTo>
                    <a:pt x="1990625" y="109220"/>
                  </a:moveTo>
                  <a:lnTo>
                    <a:pt x="1833784" y="109220"/>
                  </a:lnTo>
                  <a:lnTo>
                    <a:pt x="1862135" y="114361"/>
                  </a:lnTo>
                  <a:lnTo>
                    <a:pt x="1888378" y="129111"/>
                  </a:lnTo>
                  <a:lnTo>
                    <a:pt x="1910883" y="152457"/>
                  </a:lnTo>
                  <a:lnTo>
                    <a:pt x="1928018" y="183388"/>
                  </a:lnTo>
                  <a:lnTo>
                    <a:pt x="2091975" y="559816"/>
                  </a:lnTo>
                  <a:lnTo>
                    <a:pt x="2186844" y="559816"/>
                  </a:lnTo>
                  <a:lnTo>
                    <a:pt x="1990625" y="109220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6023"/>
              <a:ext cx="3203448" cy="342595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63802" y="152907"/>
            <a:ext cx="80975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0" dirty="0">
                <a:solidFill>
                  <a:srgbClr val="1F487C"/>
                </a:solidFill>
              </a:rPr>
              <a:t>SMART</a:t>
            </a:r>
            <a:r>
              <a:rPr sz="4000" spc="-50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3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-45" dirty="0">
                <a:solidFill>
                  <a:srgbClr val="1F487C"/>
                </a:solidFill>
              </a:rPr>
              <a:t> 2026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267208" y="992883"/>
            <a:ext cx="6967220" cy="5434330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4007485">
              <a:lnSpc>
                <a:spcPct val="100000"/>
              </a:lnSpc>
              <a:spcBef>
                <a:spcPts val="1980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41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–</a:t>
            </a:r>
            <a:r>
              <a:rPr sz="2400" b="1" spc="-10" dirty="0">
                <a:latin typeface="Arial"/>
                <a:cs typeface="Arial"/>
              </a:rPr>
              <a:t>SIH26032</a:t>
            </a:r>
            <a:endParaRPr sz="2400">
              <a:latin typeface="Arial"/>
              <a:cs typeface="Arial"/>
            </a:endParaRPr>
          </a:p>
          <a:p>
            <a:pPr marL="264795" marR="259079" indent="-252729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264795" algn="l"/>
                <a:tab pos="29654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Title-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Farmers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often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face </a:t>
            </a:r>
            <a:r>
              <a:rPr sz="2400" b="1" dirty="0">
                <a:latin typeface="Arial"/>
                <a:cs typeface="Arial"/>
              </a:rPr>
              <a:t>long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waiting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times,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lack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information </a:t>
            </a:r>
            <a:r>
              <a:rPr sz="2400" b="1" dirty="0">
                <a:latin typeface="Arial"/>
                <a:cs typeface="Arial"/>
              </a:rPr>
              <a:t>regarding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procurement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schedules,</a:t>
            </a:r>
            <a:endParaRPr sz="240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uncertainty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about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procurement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status</a:t>
            </a:r>
            <a:endParaRPr sz="240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199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b="1" spc="-25" dirty="0">
                <a:latin typeface="Arial"/>
                <a:cs typeface="Arial"/>
              </a:rPr>
              <a:t>Theme-</a:t>
            </a:r>
            <a:r>
              <a:rPr sz="2400" b="1" dirty="0">
                <a:latin typeface="Arial"/>
                <a:cs typeface="Arial"/>
              </a:rPr>
              <a:t>Smart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Automation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Category-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Software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b="1" dirty="0">
                <a:latin typeface="Arial"/>
                <a:cs typeface="Arial"/>
              </a:rPr>
              <a:t>Team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ID-</a:t>
            </a:r>
            <a:endParaRPr sz="240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b="1" dirty="0">
                <a:latin typeface="Arial"/>
                <a:cs typeface="Arial"/>
              </a:rPr>
              <a:t>Team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(Registered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portal)-GreenTech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0269" y="1523"/>
            <a:ext cx="2249424" cy="1061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335" rIns="0" bIns="0" rtlCol="0">
            <a:spAutoFit/>
          </a:bodyPr>
          <a:lstStyle/>
          <a:p>
            <a:pPr marL="287782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-30" dirty="0"/>
              <a:t> </a:t>
            </a:r>
            <a:r>
              <a:rPr spc="-10" dirty="0"/>
              <a:t>TITLE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185746"/>
            <a:ext cx="399542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2745" indent="-361950">
              <a:lnSpc>
                <a:spcPct val="100000"/>
              </a:lnSpc>
              <a:spcBef>
                <a:spcPts val="95"/>
              </a:spcBef>
              <a:buSzPct val="96875"/>
              <a:buFont typeface="Segoe UI Symbol"/>
              <a:buChar char="❖"/>
              <a:tabLst>
                <a:tab pos="372745" algn="l"/>
              </a:tabLst>
            </a:pPr>
            <a:r>
              <a:rPr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2400" b="1" u="sng" spc="-1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2FA4DBD-6770-C4C2-E8D2-665F526B5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79140"/>
              </p:ext>
            </p:extLst>
          </p:nvPr>
        </p:nvGraphicFramePr>
        <p:xfrm>
          <a:off x="330327" y="2438400"/>
          <a:ext cx="6299073" cy="4162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bject 5"/>
          <p:cNvSpPr/>
          <p:nvPr/>
        </p:nvSpPr>
        <p:spPr>
          <a:xfrm>
            <a:off x="330327" y="257175"/>
            <a:ext cx="1252220" cy="807085"/>
          </a:xfrm>
          <a:custGeom>
            <a:avLst/>
            <a:gdLst/>
            <a:ahLst/>
            <a:cxnLst/>
            <a:rect l="l" t="t" r="r" b="b"/>
            <a:pathLst>
              <a:path w="1252220" h="807085">
                <a:moveTo>
                  <a:pt x="0" y="403478"/>
                </a:moveTo>
                <a:lnTo>
                  <a:pt x="10085" y="330940"/>
                </a:lnTo>
                <a:lnTo>
                  <a:pt x="39163" y="262672"/>
                </a:lnTo>
                <a:lnTo>
                  <a:pt x="60271" y="230495"/>
                </a:lnTo>
                <a:lnTo>
                  <a:pt x="85465" y="199813"/>
                </a:lnTo>
                <a:lnTo>
                  <a:pt x="114523" y="170768"/>
                </a:lnTo>
                <a:lnTo>
                  <a:pt x="147223" y="143502"/>
                </a:lnTo>
                <a:lnTo>
                  <a:pt x="183346" y="118157"/>
                </a:lnTo>
                <a:lnTo>
                  <a:pt x="222670" y="94876"/>
                </a:lnTo>
                <a:lnTo>
                  <a:pt x="264974" y="73802"/>
                </a:lnTo>
                <a:lnTo>
                  <a:pt x="310038" y="55075"/>
                </a:lnTo>
                <a:lnTo>
                  <a:pt x="357639" y="38839"/>
                </a:lnTo>
                <a:lnTo>
                  <a:pt x="407557" y="25236"/>
                </a:lnTo>
                <a:lnTo>
                  <a:pt x="459572" y="14409"/>
                </a:lnTo>
                <a:lnTo>
                  <a:pt x="513462" y="6498"/>
                </a:lnTo>
                <a:lnTo>
                  <a:pt x="569006" y="1648"/>
                </a:lnTo>
                <a:lnTo>
                  <a:pt x="625983" y="0"/>
                </a:lnTo>
                <a:lnTo>
                  <a:pt x="682956" y="1648"/>
                </a:lnTo>
                <a:lnTo>
                  <a:pt x="738497" y="6498"/>
                </a:lnTo>
                <a:lnTo>
                  <a:pt x="792384" y="14409"/>
                </a:lnTo>
                <a:lnTo>
                  <a:pt x="844397" y="25236"/>
                </a:lnTo>
                <a:lnTo>
                  <a:pt x="894315" y="38839"/>
                </a:lnTo>
                <a:lnTo>
                  <a:pt x="941916" y="55075"/>
                </a:lnTo>
                <a:lnTo>
                  <a:pt x="986980" y="73802"/>
                </a:lnTo>
                <a:lnTo>
                  <a:pt x="1029284" y="94876"/>
                </a:lnTo>
                <a:lnTo>
                  <a:pt x="1068609" y="118157"/>
                </a:lnTo>
                <a:lnTo>
                  <a:pt x="1104733" y="143502"/>
                </a:lnTo>
                <a:lnTo>
                  <a:pt x="1137435" y="170768"/>
                </a:lnTo>
                <a:lnTo>
                  <a:pt x="1166494" y="199813"/>
                </a:lnTo>
                <a:lnTo>
                  <a:pt x="1191689" y="230495"/>
                </a:lnTo>
                <a:lnTo>
                  <a:pt x="1212799" y="262672"/>
                </a:lnTo>
                <a:lnTo>
                  <a:pt x="1241879" y="330940"/>
                </a:lnTo>
                <a:lnTo>
                  <a:pt x="1251966" y="403478"/>
                </a:lnTo>
                <a:lnTo>
                  <a:pt x="1249407" y="440211"/>
                </a:lnTo>
                <a:lnTo>
                  <a:pt x="1229603" y="510756"/>
                </a:lnTo>
                <a:lnTo>
                  <a:pt x="1191689" y="576462"/>
                </a:lnTo>
                <a:lnTo>
                  <a:pt x="1166495" y="607144"/>
                </a:lnTo>
                <a:lnTo>
                  <a:pt x="1137435" y="636189"/>
                </a:lnTo>
                <a:lnTo>
                  <a:pt x="1104733" y="663455"/>
                </a:lnTo>
                <a:lnTo>
                  <a:pt x="1068609" y="688800"/>
                </a:lnTo>
                <a:lnTo>
                  <a:pt x="1029284" y="712081"/>
                </a:lnTo>
                <a:lnTo>
                  <a:pt x="986980" y="733155"/>
                </a:lnTo>
                <a:lnTo>
                  <a:pt x="941916" y="751882"/>
                </a:lnTo>
                <a:lnTo>
                  <a:pt x="894315" y="768118"/>
                </a:lnTo>
                <a:lnTo>
                  <a:pt x="844397" y="781721"/>
                </a:lnTo>
                <a:lnTo>
                  <a:pt x="792384" y="792548"/>
                </a:lnTo>
                <a:lnTo>
                  <a:pt x="738497" y="800459"/>
                </a:lnTo>
                <a:lnTo>
                  <a:pt x="682956" y="805309"/>
                </a:lnTo>
                <a:lnTo>
                  <a:pt x="625983" y="806957"/>
                </a:lnTo>
                <a:lnTo>
                  <a:pt x="569006" y="805309"/>
                </a:lnTo>
                <a:lnTo>
                  <a:pt x="513462" y="800459"/>
                </a:lnTo>
                <a:lnTo>
                  <a:pt x="459572" y="792548"/>
                </a:lnTo>
                <a:lnTo>
                  <a:pt x="407557" y="781721"/>
                </a:lnTo>
                <a:lnTo>
                  <a:pt x="357639" y="768118"/>
                </a:lnTo>
                <a:lnTo>
                  <a:pt x="310038" y="751882"/>
                </a:lnTo>
                <a:lnTo>
                  <a:pt x="264974" y="733155"/>
                </a:lnTo>
                <a:lnTo>
                  <a:pt x="222670" y="712081"/>
                </a:lnTo>
                <a:lnTo>
                  <a:pt x="183346" y="688800"/>
                </a:lnTo>
                <a:lnTo>
                  <a:pt x="147223" y="663455"/>
                </a:lnTo>
                <a:lnTo>
                  <a:pt x="114523" y="636189"/>
                </a:lnTo>
                <a:lnTo>
                  <a:pt x="85465" y="607144"/>
                </a:lnTo>
                <a:lnTo>
                  <a:pt x="60271" y="576462"/>
                </a:lnTo>
                <a:lnTo>
                  <a:pt x="39163" y="544285"/>
                </a:lnTo>
                <a:lnTo>
                  <a:pt x="10085" y="476017"/>
                </a:lnTo>
                <a:lnTo>
                  <a:pt x="0" y="403478"/>
                </a:lnTo>
                <a:close/>
              </a:path>
            </a:pathLst>
          </a:custGeom>
          <a:ln w="25146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5094" y="367029"/>
            <a:ext cx="66103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Green</a:t>
            </a:r>
            <a:endParaRPr sz="1800">
              <a:latin typeface="Arial MT"/>
              <a:cs typeface="Arial MT"/>
            </a:endParaRPr>
          </a:p>
          <a:p>
            <a:pPr marL="76200">
              <a:lnSpc>
                <a:spcPts val="2135"/>
              </a:lnSpc>
            </a:pPr>
            <a:r>
              <a:rPr sz="1800" spc="-20" dirty="0">
                <a:latin typeface="Arial MT"/>
                <a:cs typeface="Arial MT"/>
              </a:rPr>
              <a:t>Tech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07757" y="19831"/>
            <a:ext cx="2203610" cy="10252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84392" y="1668533"/>
            <a:ext cx="4960719" cy="455725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9027610C-846E-6AD8-0570-D8D675BF33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397021"/>
              </p:ext>
            </p:extLst>
          </p:nvPr>
        </p:nvGraphicFramePr>
        <p:xfrm>
          <a:off x="272812" y="1668534"/>
          <a:ext cx="6654066" cy="1218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771" rIns="0" bIns="0" rtlCol="0">
            <a:spAutoFit/>
          </a:bodyPr>
          <a:lstStyle/>
          <a:p>
            <a:pPr marL="1894839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1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330327" y="25260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860"/>
                </a:moveTo>
                <a:lnTo>
                  <a:pt x="10085" y="331274"/>
                </a:lnTo>
                <a:lnTo>
                  <a:pt x="39163" y="262953"/>
                </a:lnTo>
                <a:lnTo>
                  <a:pt x="60271" y="230749"/>
                </a:lnTo>
                <a:lnTo>
                  <a:pt x="85465" y="200039"/>
                </a:lnTo>
                <a:lnTo>
                  <a:pt x="114523" y="170965"/>
                </a:lnTo>
                <a:lnTo>
                  <a:pt x="147223" y="143672"/>
                </a:lnTo>
                <a:lnTo>
                  <a:pt x="183346" y="118300"/>
                </a:lnTo>
                <a:lnTo>
                  <a:pt x="222670" y="94993"/>
                </a:lnTo>
                <a:lnTo>
                  <a:pt x="264974" y="73894"/>
                </a:lnTo>
                <a:lnTo>
                  <a:pt x="310038" y="55146"/>
                </a:lnTo>
                <a:lnTo>
                  <a:pt x="357639" y="38890"/>
                </a:lnTo>
                <a:lnTo>
                  <a:pt x="407557" y="25270"/>
                </a:lnTo>
                <a:lnTo>
                  <a:pt x="459572" y="14428"/>
                </a:lnTo>
                <a:lnTo>
                  <a:pt x="513462" y="6507"/>
                </a:lnTo>
                <a:lnTo>
                  <a:pt x="569006" y="1650"/>
                </a:lnTo>
                <a:lnTo>
                  <a:pt x="625983" y="0"/>
                </a:lnTo>
                <a:lnTo>
                  <a:pt x="682956" y="1650"/>
                </a:lnTo>
                <a:lnTo>
                  <a:pt x="738497" y="6507"/>
                </a:lnTo>
                <a:lnTo>
                  <a:pt x="792384" y="14428"/>
                </a:lnTo>
                <a:lnTo>
                  <a:pt x="844397" y="25270"/>
                </a:lnTo>
                <a:lnTo>
                  <a:pt x="894315" y="38890"/>
                </a:lnTo>
                <a:lnTo>
                  <a:pt x="941916" y="55146"/>
                </a:lnTo>
                <a:lnTo>
                  <a:pt x="986980" y="73894"/>
                </a:lnTo>
                <a:lnTo>
                  <a:pt x="1029284" y="94993"/>
                </a:lnTo>
                <a:lnTo>
                  <a:pt x="1068609" y="118300"/>
                </a:lnTo>
                <a:lnTo>
                  <a:pt x="1104733" y="143672"/>
                </a:lnTo>
                <a:lnTo>
                  <a:pt x="1137435" y="170965"/>
                </a:lnTo>
                <a:lnTo>
                  <a:pt x="1166494" y="200039"/>
                </a:lnTo>
                <a:lnTo>
                  <a:pt x="1191689" y="230749"/>
                </a:lnTo>
                <a:lnTo>
                  <a:pt x="1212799" y="262953"/>
                </a:lnTo>
                <a:lnTo>
                  <a:pt x="1241879" y="331274"/>
                </a:lnTo>
                <a:lnTo>
                  <a:pt x="1251966" y="403860"/>
                </a:lnTo>
                <a:lnTo>
                  <a:pt x="1249407" y="440614"/>
                </a:lnTo>
                <a:lnTo>
                  <a:pt x="1229603" y="511210"/>
                </a:lnTo>
                <a:lnTo>
                  <a:pt x="1191689" y="576970"/>
                </a:lnTo>
                <a:lnTo>
                  <a:pt x="1166495" y="607680"/>
                </a:lnTo>
                <a:lnTo>
                  <a:pt x="1137435" y="636754"/>
                </a:lnTo>
                <a:lnTo>
                  <a:pt x="1104733" y="664047"/>
                </a:lnTo>
                <a:lnTo>
                  <a:pt x="1068609" y="689419"/>
                </a:lnTo>
                <a:lnTo>
                  <a:pt x="1029284" y="712726"/>
                </a:lnTo>
                <a:lnTo>
                  <a:pt x="986980" y="733825"/>
                </a:lnTo>
                <a:lnTo>
                  <a:pt x="941916" y="752573"/>
                </a:lnTo>
                <a:lnTo>
                  <a:pt x="894315" y="768829"/>
                </a:lnTo>
                <a:lnTo>
                  <a:pt x="844397" y="782449"/>
                </a:lnTo>
                <a:lnTo>
                  <a:pt x="792384" y="793291"/>
                </a:lnTo>
                <a:lnTo>
                  <a:pt x="738497" y="801212"/>
                </a:lnTo>
                <a:lnTo>
                  <a:pt x="682956" y="806069"/>
                </a:lnTo>
                <a:lnTo>
                  <a:pt x="625983" y="807720"/>
                </a:lnTo>
                <a:lnTo>
                  <a:pt x="569006" y="806069"/>
                </a:lnTo>
                <a:lnTo>
                  <a:pt x="513462" y="801212"/>
                </a:lnTo>
                <a:lnTo>
                  <a:pt x="459572" y="793291"/>
                </a:lnTo>
                <a:lnTo>
                  <a:pt x="407557" y="782449"/>
                </a:lnTo>
                <a:lnTo>
                  <a:pt x="357639" y="768829"/>
                </a:lnTo>
                <a:lnTo>
                  <a:pt x="310038" y="752573"/>
                </a:lnTo>
                <a:lnTo>
                  <a:pt x="264974" y="733825"/>
                </a:lnTo>
                <a:lnTo>
                  <a:pt x="222670" y="712726"/>
                </a:lnTo>
                <a:lnTo>
                  <a:pt x="183346" y="689419"/>
                </a:lnTo>
                <a:lnTo>
                  <a:pt x="147223" y="664047"/>
                </a:lnTo>
                <a:lnTo>
                  <a:pt x="114523" y="636754"/>
                </a:lnTo>
                <a:lnTo>
                  <a:pt x="85465" y="607680"/>
                </a:lnTo>
                <a:lnTo>
                  <a:pt x="60271" y="576970"/>
                </a:lnTo>
                <a:lnTo>
                  <a:pt x="39163" y="544766"/>
                </a:lnTo>
                <a:lnTo>
                  <a:pt x="10085" y="476445"/>
                </a:lnTo>
                <a:lnTo>
                  <a:pt x="0" y="403860"/>
                </a:lnTo>
                <a:close/>
              </a:path>
            </a:pathLst>
          </a:custGeom>
          <a:ln w="25146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094" y="362965"/>
            <a:ext cx="661035" cy="5676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76200" marR="5080" indent="-64135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Arial MT"/>
                <a:cs typeface="Arial MT"/>
              </a:rPr>
              <a:t>Green </a:t>
            </a:r>
            <a:r>
              <a:rPr sz="1800" spc="-20" dirty="0">
                <a:latin typeface="Arial MT"/>
                <a:cs typeface="Arial MT"/>
              </a:rPr>
              <a:t>Tech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7757" y="19831"/>
            <a:ext cx="2203610" cy="102523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33114" y="1095755"/>
            <a:ext cx="11957315" cy="5173218"/>
            <a:chOff x="233114" y="1095755"/>
            <a:chExt cx="11957315" cy="5173218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114" y="1095755"/>
              <a:ext cx="5651811" cy="51732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4295" y="1283270"/>
              <a:ext cx="6406134" cy="481965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35353"/>
            <a:ext cx="12192000" cy="5432345"/>
            <a:chOff x="0" y="1423364"/>
            <a:chExt cx="12192000" cy="5432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63457"/>
              <a:ext cx="12189714" cy="4922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41363"/>
              <a:ext cx="12192000" cy="504190"/>
            </a:xfrm>
            <a:custGeom>
              <a:avLst/>
              <a:gdLst/>
              <a:ahLst/>
              <a:cxnLst/>
              <a:rect l="l" t="t" r="r" b="b"/>
              <a:pathLst>
                <a:path w="12192000" h="504190">
                  <a:moveTo>
                    <a:pt x="12192000" y="0"/>
                  </a:moveTo>
                  <a:lnTo>
                    <a:pt x="0" y="0"/>
                  </a:lnTo>
                  <a:lnTo>
                    <a:pt x="0" y="503682"/>
                  </a:lnTo>
                  <a:lnTo>
                    <a:pt x="12192000" y="50368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rcRect b="7450"/>
            <a:stretch>
              <a:fillRect/>
            </a:stretch>
          </p:blipFill>
          <p:spPr>
            <a:xfrm>
              <a:off x="5791199" y="1423364"/>
              <a:ext cx="6220167" cy="4907843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088" rIns="0" bIns="0" rtlCol="0">
            <a:spAutoFit/>
          </a:bodyPr>
          <a:lstStyle/>
          <a:p>
            <a:pPr marL="133032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7" name="object 7"/>
          <p:cNvSpPr/>
          <p:nvPr/>
        </p:nvSpPr>
        <p:spPr>
          <a:xfrm>
            <a:off x="330327" y="25260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860"/>
                </a:moveTo>
                <a:lnTo>
                  <a:pt x="10085" y="331274"/>
                </a:lnTo>
                <a:lnTo>
                  <a:pt x="39163" y="262953"/>
                </a:lnTo>
                <a:lnTo>
                  <a:pt x="60271" y="230749"/>
                </a:lnTo>
                <a:lnTo>
                  <a:pt x="85465" y="200039"/>
                </a:lnTo>
                <a:lnTo>
                  <a:pt x="114523" y="170965"/>
                </a:lnTo>
                <a:lnTo>
                  <a:pt x="147223" y="143672"/>
                </a:lnTo>
                <a:lnTo>
                  <a:pt x="183346" y="118300"/>
                </a:lnTo>
                <a:lnTo>
                  <a:pt x="222670" y="94993"/>
                </a:lnTo>
                <a:lnTo>
                  <a:pt x="264974" y="73894"/>
                </a:lnTo>
                <a:lnTo>
                  <a:pt x="310038" y="55146"/>
                </a:lnTo>
                <a:lnTo>
                  <a:pt x="357639" y="38890"/>
                </a:lnTo>
                <a:lnTo>
                  <a:pt x="407557" y="25270"/>
                </a:lnTo>
                <a:lnTo>
                  <a:pt x="459572" y="14428"/>
                </a:lnTo>
                <a:lnTo>
                  <a:pt x="513462" y="6507"/>
                </a:lnTo>
                <a:lnTo>
                  <a:pt x="569006" y="1650"/>
                </a:lnTo>
                <a:lnTo>
                  <a:pt x="625983" y="0"/>
                </a:lnTo>
                <a:lnTo>
                  <a:pt x="682956" y="1650"/>
                </a:lnTo>
                <a:lnTo>
                  <a:pt x="738497" y="6507"/>
                </a:lnTo>
                <a:lnTo>
                  <a:pt x="792384" y="14428"/>
                </a:lnTo>
                <a:lnTo>
                  <a:pt x="844397" y="25270"/>
                </a:lnTo>
                <a:lnTo>
                  <a:pt x="894315" y="38890"/>
                </a:lnTo>
                <a:lnTo>
                  <a:pt x="941916" y="55146"/>
                </a:lnTo>
                <a:lnTo>
                  <a:pt x="986980" y="73894"/>
                </a:lnTo>
                <a:lnTo>
                  <a:pt x="1029284" y="94993"/>
                </a:lnTo>
                <a:lnTo>
                  <a:pt x="1068609" y="118300"/>
                </a:lnTo>
                <a:lnTo>
                  <a:pt x="1104733" y="143672"/>
                </a:lnTo>
                <a:lnTo>
                  <a:pt x="1137435" y="170965"/>
                </a:lnTo>
                <a:lnTo>
                  <a:pt x="1166494" y="200039"/>
                </a:lnTo>
                <a:lnTo>
                  <a:pt x="1191689" y="230749"/>
                </a:lnTo>
                <a:lnTo>
                  <a:pt x="1212799" y="262953"/>
                </a:lnTo>
                <a:lnTo>
                  <a:pt x="1241879" y="331274"/>
                </a:lnTo>
                <a:lnTo>
                  <a:pt x="1251966" y="403860"/>
                </a:lnTo>
                <a:lnTo>
                  <a:pt x="1249407" y="440614"/>
                </a:lnTo>
                <a:lnTo>
                  <a:pt x="1229603" y="511210"/>
                </a:lnTo>
                <a:lnTo>
                  <a:pt x="1191689" y="576970"/>
                </a:lnTo>
                <a:lnTo>
                  <a:pt x="1166495" y="607680"/>
                </a:lnTo>
                <a:lnTo>
                  <a:pt x="1137435" y="636754"/>
                </a:lnTo>
                <a:lnTo>
                  <a:pt x="1104733" y="664047"/>
                </a:lnTo>
                <a:lnTo>
                  <a:pt x="1068609" y="689419"/>
                </a:lnTo>
                <a:lnTo>
                  <a:pt x="1029284" y="712726"/>
                </a:lnTo>
                <a:lnTo>
                  <a:pt x="986980" y="733825"/>
                </a:lnTo>
                <a:lnTo>
                  <a:pt x="941916" y="752573"/>
                </a:lnTo>
                <a:lnTo>
                  <a:pt x="894315" y="768829"/>
                </a:lnTo>
                <a:lnTo>
                  <a:pt x="844397" y="782449"/>
                </a:lnTo>
                <a:lnTo>
                  <a:pt x="792384" y="793291"/>
                </a:lnTo>
                <a:lnTo>
                  <a:pt x="738497" y="801212"/>
                </a:lnTo>
                <a:lnTo>
                  <a:pt x="682956" y="806069"/>
                </a:lnTo>
                <a:lnTo>
                  <a:pt x="625983" y="807720"/>
                </a:lnTo>
                <a:lnTo>
                  <a:pt x="569006" y="806069"/>
                </a:lnTo>
                <a:lnTo>
                  <a:pt x="513462" y="801212"/>
                </a:lnTo>
                <a:lnTo>
                  <a:pt x="459572" y="793291"/>
                </a:lnTo>
                <a:lnTo>
                  <a:pt x="407557" y="782449"/>
                </a:lnTo>
                <a:lnTo>
                  <a:pt x="357639" y="768829"/>
                </a:lnTo>
                <a:lnTo>
                  <a:pt x="310038" y="752573"/>
                </a:lnTo>
                <a:lnTo>
                  <a:pt x="264974" y="733825"/>
                </a:lnTo>
                <a:lnTo>
                  <a:pt x="222670" y="712726"/>
                </a:lnTo>
                <a:lnTo>
                  <a:pt x="183346" y="689419"/>
                </a:lnTo>
                <a:lnTo>
                  <a:pt x="147223" y="664047"/>
                </a:lnTo>
                <a:lnTo>
                  <a:pt x="114523" y="636754"/>
                </a:lnTo>
                <a:lnTo>
                  <a:pt x="85465" y="607680"/>
                </a:lnTo>
                <a:lnTo>
                  <a:pt x="60271" y="576970"/>
                </a:lnTo>
                <a:lnTo>
                  <a:pt x="39163" y="544766"/>
                </a:lnTo>
                <a:lnTo>
                  <a:pt x="10085" y="476445"/>
                </a:lnTo>
                <a:lnTo>
                  <a:pt x="0" y="403860"/>
                </a:lnTo>
                <a:close/>
              </a:path>
            </a:pathLst>
          </a:custGeom>
          <a:ln w="25146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5094" y="362965"/>
            <a:ext cx="661035" cy="5676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76200" marR="5080" indent="-64135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Arial MT"/>
                <a:cs typeface="Arial MT"/>
              </a:rPr>
              <a:t>Green </a:t>
            </a:r>
            <a:r>
              <a:rPr sz="1800" spc="-20" dirty="0">
                <a:latin typeface="Arial MT"/>
                <a:cs typeface="Arial MT"/>
              </a:rPr>
              <a:t>Tech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7757" y="19831"/>
            <a:ext cx="2203610" cy="1025231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9421EF-D961-816A-981B-379993C2FA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1111788"/>
            <a:ext cx="6096000" cy="51257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771" rIns="0" bIns="0" rtlCol="0">
            <a:spAutoFit/>
          </a:bodyPr>
          <a:lstStyle/>
          <a:p>
            <a:pPr marL="1964689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120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330327" y="25260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860"/>
                </a:moveTo>
                <a:lnTo>
                  <a:pt x="10085" y="331274"/>
                </a:lnTo>
                <a:lnTo>
                  <a:pt x="39163" y="262953"/>
                </a:lnTo>
                <a:lnTo>
                  <a:pt x="60271" y="230749"/>
                </a:lnTo>
                <a:lnTo>
                  <a:pt x="85465" y="200039"/>
                </a:lnTo>
                <a:lnTo>
                  <a:pt x="114523" y="170965"/>
                </a:lnTo>
                <a:lnTo>
                  <a:pt x="147223" y="143672"/>
                </a:lnTo>
                <a:lnTo>
                  <a:pt x="183346" y="118300"/>
                </a:lnTo>
                <a:lnTo>
                  <a:pt x="222670" y="94993"/>
                </a:lnTo>
                <a:lnTo>
                  <a:pt x="264974" y="73894"/>
                </a:lnTo>
                <a:lnTo>
                  <a:pt x="310038" y="55146"/>
                </a:lnTo>
                <a:lnTo>
                  <a:pt x="357639" y="38890"/>
                </a:lnTo>
                <a:lnTo>
                  <a:pt x="407557" y="25270"/>
                </a:lnTo>
                <a:lnTo>
                  <a:pt x="459572" y="14428"/>
                </a:lnTo>
                <a:lnTo>
                  <a:pt x="513462" y="6507"/>
                </a:lnTo>
                <a:lnTo>
                  <a:pt x="569006" y="1650"/>
                </a:lnTo>
                <a:lnTo>
                  <a:pt x="625983" y="0"/>
                </a:lnTo>
                <a:lnTo>
                  <a:pt x="682956" y="1650"/>
                </a:lnTo>
                <a:lnTo>
                  <a:pt x="738497" y="6507"/>
                </a:lnTo>
                <a:lnTo>
                  <a:pt x="792384" y="14428"/>
                </a:lnTo>
                <a:lnTo>
                  <a:pt x="844397" y="25270"/>
                </a:lnTo>
                <a:lnTo>
                  <a:pt x="894315" y="38890"/>
                </a:lnTo>
                <a:lnTo>
                  <a:pt x="941916" y="55146"/>
                </a:lnTo>
                <a:lnTo>
                  <a:pt x="986980" y="73894"/>
                </a:lnTo>
                <a:lnTo>
                  <a:pt x="1029284" y="94993"/>
                </a:lnTo>
                <a:lnTo>
                  <a:pt x="1068609" y="118300"/>
                </a:lnTo>
                <a:lnTo>
                  <a:pt x="1104733" y="143672"/>
                </a:lnTo>
                <a:lnTo>
                  <a:pt x="1137435" y="170965"/>
                </a:lnTo>
                <a:lnTo>
                  <a:pt x="1166494" y="200039"/>
                </a:lnTo>
                <a:lnTo>
                  <a:pt x="1191689" y="230749"/>
                </a:lnTo>
                <a:lnTo>
                  <a:pt x="1212799" y="262953"/>
                </a:lnTo>
                <a:lnTo>
                  <a:pt x="1241879" y="331274"/>
                </a:lnTo>
                <a:lnTo>
                  <a:pt x="1251966" y="403860"/>
                </a:lnTo>
                <a:lnTo>
                  <a:pt x="1249407" y="440614"/>
                </a:lnTo>
                <a:lnTo>
                  <a:pt x="1229603" y="511210"/>
                </a:lnTo>
                <a:lnTo>
                  <a:pt x="1191689" y="576970"/>
                </a:lnTo>
                <a:lnTo>
                  <a:pt x="1166495" y="607680"/>
                </a:lnTo>
                <a:lnTo>
                  <a:pt x="1137435" y="636754"/>
                </a:lnTo>
                <a:lnTo>
                  <a:pt x="1104733" y="664047"/>
                </a:lnTo>
                <a:lnTo>
                  <a:pt x="1068609" y="689419"/>
                </a:lnTo>
                <a:lnTo>
                  <a:pt x="1029284" y="712726"/>
                </a:lnTo>
                <a:lnTo>
                  <a:pt x="986980" y="733825"/>
                </a:lnTo>
                <a:lnTo>
                  <a:pt x="941916" y="752573"/>
                </a:lnTo>
                <a:lnTo>
                  <a:pt x="894315" y="768829"/>
                </a:lnTo>
                <a:lnTo>
                  <a:pt x="844397" y="782449"/>
                </a:lnTo>
                <a:lnTo>
                  <a:pt x="792384" y="793291"/>
                </a:lnTo>
                <a:lnTo>
                  <a:pt x="738497" y="801212"/>
                </a:lnTo>
                <a:lnTo>
                  <a:pt x="682956" y="806069"/>
                </a:lnTo>
                <a:lnTo>
                  <a:pt x="625983" y="807720"/>
                </a:lnTo>
                <a:lnTo>
                  <a:pt x="569006" y="806069"/>
                </a:lnTo>
                <a:lnTo>
                  <a:pt x="513462" y="801212"/>
                </a:lnTo>
                <a:lnTo>
                  <a:pt x="459572" y="793291"/>
                </a:lnTo>
                <a:lnTo>
                  <a:pt x="407557" y="782449"/>
                </a:lnTo>
                <a:lnTo>
                  <a:pt x="357639" y="768829"/>
                </a:lnTo>
                <a:lnTo>
                  <a:pt x="310038" y="752573"/>
                </a:lnTo>
                <a:lnTo>
                  <a:pt x="264974" y="733825"/>
                </a:lnTo>
                <a:lnTo>
                  <a:pt x="222670" y="712726"/>
                </a:lnTo>
                <a:lnTo>
                  <a:pt x="183346" y="689419"/>
                </a:lnTo>
                <a:lnTo>
                  <a:pt x="147223" y="664047"/>
                </a:lnTo>
                <a:lnTo>
                  <a:pt x="114523" y="636754"/>
                </a:lnTo>
                <a:lnTo>
                  <a:pt x="85465" y="607680"/>
                </a:lnTo>
                <a:lnTo>
                  <a:pt x="60271" y="576970"/>
                </a:lnTo>
                <a:lnTo>
                  <a:pt x="39163" y="544766"/>
                </a:lnTo>
                <a:lnTo>
                  <a:pt x="10085" y="476445"/>
                </a:lnTo>
                <a:lnTo>
                  <a:pt x="0" y="403860"/>
                </a:lnTo>
                <a:close/>
              </a:path>
            </a:pathLst>
          </a:custGeom>
          <a:ln w="25146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094" y="362965"/>
            <a:ext cx="661035" cy="5676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76200" marR="5080" indent="-64135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Arial MT"/>
                <a:cs typeface="Arial MT"/>
              </a:rPr>
              <a:t>Green </a:t>
            </a:r>
            <a:r>
              <a:rPr sz="1800" spc="-20" dirty="0">
                <a:latin typeface="Arial MT"/>
                <a:cs typeface="Arial MT"/>
              </a:rPr>
              <a:t>Tech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7757" y="19831"/>
            <a:ext cx="2203610" cy="10252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8778" y="1371601"/>
            <a:ext cx="6200357" cy="4617370"/>
          </a:xfrm>
          <a:prstGeom prst="rect">
            <a:avLst/>
          </a:prstGeom>
        </p:spPr>
      </p:pic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A74B9625-07A4-CFA0-239D-D13BB42DE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805817"/>
              </p:ext>
            </p:extLst>
          </p:nvPr>
        </p:nvGraphicFramePr>
        <p:xfrm>
          <a:off x="352390" y="301724"/>
          <a:ext cx="5394325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771" rIns="0" bIns="0" rtlCol="0">
            <a:spAutoFit/>
          </a:bodyPr>
          <a:lstStyle/>
          <a:p>
            <a:pPr marL="115887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88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REFERENCES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11F4905E-EC7A-4F91-6A0B-E6B9885D7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0621097"/>
              </p:ext>
            </p:extLst>
          </p:nvPr>
        </p:nvGraphicFramePr>
        <p:xfrm>
          <a:off x="279908" y="1513077"/>
          <a:ext cx="11493500" cy="4773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bject 4"/>
          <p:cNvSpPr/>
          <p:nvPr/>
        </p:nvSpPr>
        <p:spPr>
          <a:xfrm>
            <a:off x="330327" y="25260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860"/>
                </a:moveTo>
                <a:lnTo>
                  <a:pt x="10085" y="331274"/>
                </a:lnTo>
                <a:lnTo>
                  <a:pt x="39163" y="262953"/>
                </a:lnTo>
                <a:lnTo>
                  <a:pt x="60271" y="230749"/>
                </a:lnTo>
                <a:lnTo>
                  <a:pt x="85465" y="200039"/>
                </a:lnTo>
                <a:lnTo>
                  <a:pt x="114523" y="170965"/>
                </a:lnTo>
                <a:lnTo>
                  <a:pt x="147223" y="143672"/>
                </a:lnTo>
                <a:lnTo>
                  <a:pt x="183346" y="118300"/>
                </a:lnTo>
                <a:lnTo>
                  <a:pt x="222670" y="94993"/>
                </a:lnTo>
                <a:lnTo>
                  <a:pt x="264974" y="73894"/>
                </a:lnTo>
                <a:lnTo>
                  <a:pt x="310038" y="55146"/>
                </a:lnTo>
                <a:lnTo>
                  <a:pt x="357639" y="38890"/>
                </a:lnTo>
                <a:lnTo>
                  <a:pt x="407557" y="25270"/>
                </a:lnTo>
                <a:lnTo>
                  <a:pt x="459572" y="14428"/>
                </a:lnTo>
                <a:lnTo>
                  <a:pt x="513462" y="6507"/>
                </a:lnTo>
                <a:lnTo>
                  <a:pt x="569006" y="1650"/>
                </a:lnTo>
                <a:lnTo>
                  <a:pt x="625983" y="0"/>
                </a:lnTo>
                <a:lnTo>
                  <a:pt x="682956" y="1650"/>
                </a:lnTo>
                <a:lnTo>
                  <a:pt x="738497" y="6507"/>
                </a:lnTo>
                <a:lnTo>
                  <a:pt x="792384" y="14428"/>
                </a:lnTo>
                <a:lnTo>
                  <a:pt x="844397" y="25270"/>
                </a:lnTo>
                <a:lnTo>
                  <a:pt x="894315" y="38890"/>
                </a:lnTo>
                <a:lnTo>
                  <a:pt x="941916" y="55146"/>
                </a:lnTo>
                <a:lnTo>
                  <a:pt x="986980" y="73894"/>
                </a:lnTo>
                <a:lnTo>
                  <a:pt x="1029284" y="94993"/>
                </a:lnTo>
                <a:lnTo>
                  <a:pt x="1068609" y="118300"/>
                </a:lnTo>
                <a:lnTo>
                  <a:pt x="1104733" y="143672"/>
                </a:lnTo>
                <a:lnTo>
                  <a:pt x="1137435" y="170965"/>
                </a:lnTo>
                <a:lnTo>
                  <a:pt x="1166494" y="200039"/>
                </a:lnTo>
                <a:lnTo>
                  <a:pt x="1191689" y="230749"/>
                </a:lnTo>
                <a:lnTo>
                  <a:pt x="1212799" y="262953"/>
                </a:lnTo>
                <a:lnTo>
                  <a:pt x="1241879" y="331274"/>
                </a:lnTo>
                <a:lnTo>
                  <a:pt x="1251966" y="403860"/>
                </a:lnTo>
                <a:lnTo>
                  <a:pt x="1249407" y="440614"/>
                </a:lnTo>
                <a:lnTo>
                  <a:pt x="1229603" y="511210"/>
                </a:lnTo>
                <a:lnTo>
                  <a:pt x="1191689" y="576970"/>
                </a:lnTo>
                <a:lnTo>
                  <a:pt x="1166495" y="607680"/>
                </a:lnTo>
                <a:lnTo>
                  <a:pt x="1137435" y="636754"/>
                </a:lnTo>
                <a:lnTo>
                  <a:pt x="1104733" y="664047"/>
                </a:lnTo>
                <a:lnTo>
                  <a:pt x="1068609" y="689419"/>
                </a:lnTo>
                <a:lnTo>
                  <a:pt x="1029284" y="712726"/>
                </a:lnTo>
                <a:lnTo>
                  <a:pt x="986980" y="733825"/>
                </a:lnTo>
                <a:lnTo>
                  <a:pt x="941916" y="752573"/>
                </a:lnTo>
                <a:lnTo>
                  <a:pt x="894315" y="768829"/>
                </a:lnTo>
                <a:lnTo>
                  <a:pt x="844397" y="782449"/>
                </a:lnTo>
                <a:lnTo>
                  <a:pt x="792384" y="793291"/>
                </a:lnTo>
                <a:lnTo>
                  <a:pt x="738497" y="801212"/>
                </a:lnTo>
                <a:lnTo>
                  <a:pt x="682956" y="806069"/>
                </a:lnTo>
                <a:lnTo>
                  <a:pt x="625983" y="807720"/>
                </a:lnTo>
                <a:lnTo>
                  <a:pt x="569006" y="806069"/>
                </a:lnTo>
                <a:lnTo>
                  <a:pt x="513462" y="801212"/>
                </a:lnTo>
                <a:lnTo>
                  <a:pt x="459572" y="793291"/>
                </a:lnTo>
                <a:lnTo>
                  <a:pt x="407557" y="782449"/>
                </a:lnTo>
                <a:lnTo>
                  <a:pt x="357639" y="768829"/>
                </a:lnTo>
                <a:lnTo>
                  <a:pt x="310038" y="752573"/>
                </a:lnTo>
                <a:lnTo>
                  <a:pt x="264974" y="733825"/>
                </a:lnTo>
                <a:lnTo>
                  <a:pt x="222670" y="712726"/>
                </a:lnTo>
                <a:lnTo>
                  <a:pt x="183346" y="689419"/>
                </a:lnTo>
                <a:lnTo>
                  <a:pt x="147223" y="664047"/>
                </a:lnTo>
                <a:lnTo>
                  <a:pt x="114523" y="636754"/>
                </a:lnTo>
                <a:lnTo>
                  <a:pt x="85465" y="607680"/>
                </a:lnTo>
                <a:lnTo>
                  <a:pt x="60271" y="576970"/>
                </a:lnTo>
                <a:lnTo>
                  <a:pt x="39163" y="544766"/>
                </a:lnTo>
                <a:lnTo>
                  <a:pt x="10085" y="476445"/>
                </a:lnTo>
                <a:lnTo>
                  <a:pt x="0" y="403860"/>
                </a:lnTo>
                <a:close/>
              </a:path>
            </a:pathLst>
          </a:custGeom>
          <a:ln w="25146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094" y="362965"/>
            <a:ext cx="661035" cy="5676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76200" marR="5080" indent="-64135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Arial MT"/>
                <a:cs typeface="Arial MT"/>
              </a:rPr>
              <a:t>Green </a:t>
            </a:r>
            <a:r>
              <a:rPr sz="1800" spc="-20" dirty="0">
                <a:latin typeface="Arial MT"/>
                <a:cs typeface="Arial MT"/>
              </a:rPr>
              <a:t>Tech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07757" y="19831"/>
            <a:ext cx="2203610" cy="102523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457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Segoe UI Symbol</vt:lpstr>
      <vt:lpstr>Tahoma</vt:lpstr>
      <vt:lpstr>Times New Roman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Tushar Keshav Shanbhag</cp:lastModifiedBy>
  <cp:revision>5</cp:revision>
  <dcterms:created xsi:type="dcterms:W3CDTF">2026-09-10T14:31:01Z</dcterms:created>
  <dcterms:modified xsi:type="dcterms:W3CDTF">2026-09-17T03:02:27Z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2026-09-10T00:00:00Z</vt:filetime>
  </property>
  <property fmtid="{D5CDD505-2E9C-101B-9397-08002B2CF9AE}" pid="6" name="Producer">
    <vt:lpwstr>Adobe PDF Services</vt:lpwstr>
  </property>
</Properties>
</file>